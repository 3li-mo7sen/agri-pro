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custom-properties+xml" PartName="/docProps/custom.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custom-properties" Target="docProps/custom.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Lst>
  <p:sldSz cy="7562850" cx="10693400"/>
  <p:notesSz cx="10693400" cy="7562850"/>
  <p:embeddedFontLst>
    <p:embeddedFont>
      <p:font typeface="Tahoma"/>
      <p:regular r:id="rId17"/>
      <p:bold r:id="rId18"/>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880">
          <p15:clr>
            <a:srgbClr val="A4A3A4"/>
          </p15:clr>
        </p15:guide>
        <p15:guide id="2" pos="2160">
          <p15:clr>
            <a:srgbClr val="A4A3A4"/>
          </p15:clr>
        </p15:guide>
      </p15:sldGuideLst>
    </p:ext>
    <p:ext uri="GoogleSlidesCustomDataVersion2">
      <go:slidesCustomData xmlns:go="http://customooxmlschemas.google.com/" r:id="rId19" roundtripDataSignature="AMtx7mjkPGnnw/c9z3L6j+2oXymb/ZzHfw=="/>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880" orient="horz"/>
        <p:guide pos="2160"/>
      </p:guideLst>
    </p:cSldViewPr>
  </p:slideViewPr>
</p:viewPr>
</file>

<file path=ppt/_rels/presentation.xml.rels><?xml version="1.0" encoding="UTF-8" standalone="yes"?><Relationships xmlns="http://schemas.openxmlformats.org/package/2006/relationships"><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font" Target="fonts/Tahoma-regular.fntdata"/><Relationship Id="rId16" Type="http://schemas.openxmlformats.org/officeDocument/2006/relationships/slide" Target="slides/slide11.xml"/><Relationship Id="rId5" Type="http://schemas.openxmlformats.org/officeDocument/2006/relationships/notesMaster" Target="notesMasters/notesMaster1.xml"/><Relationship Id="rId19" Type="http://customschemas.google.com/relationships/presentationmetadata" Target="metadata"/><Relationship Id="rId6" Type="http://schemas.openxmlformats.org/officeDocument/2006/relationships/slide" Target="slides/slide1.xml"/><Relationship Id="rId18" Type="http://schemas.openxmlformats.org/officeDocument/2006/relationships/font" Target="fonts/Tahoma-bold.fntdata"/><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4633913" cy="379413"/>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SzPts val="1400"/>
              <a:buNone/>
              <a:defRPr sz="1200"/>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4" name="Google Shape;4;n"/>
          <p:cNvSpPr txBox="1"/>
          <p:nvPr>
            <p:ph idx="10" type="dt"/>
          </p:nvPr>
        </p:nvSpPr>
        <p:spPr>
          <a:xfrm>
            <a:off x="6057900" y="0"/>
            <a:ext cx="4632325" cy="379413"/>
          </a:xfrm>
          <a:prstGeom prst="rect">
            <a:avLst/>
          </a:prstGeom>
          <a:noFill/>
          <a:ln>
            <a:noFill/>
          </a:ln>
        </p:spPr>
        <p:txBody>
          <a:bodyPr anchorCtr="0" anchor="t" bIns="45700" lIns="91425" spcFirstLastPara="1" rIns="91425" wrap="square" tIns="45700">
            <a:noAutofit/>
          </a:bodyPr>
          <a:lstStyle>
            <a:lvl1pPr lvl="0" algn="r">
              <a:spcBef>
                <a:spcPts val="0"/>
              </a:spcBef>
              <a:spcAft>
                <a:spcPts val="0"/>
              </a:spcAft>
              <a:buSzPts val="1400"/>
              <a:buNone/>
              <a:defRPr sz="1200"/>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5" name="Google Shape;5;n"/>
          <p:cNvSpPr/>
          <p:nvPr>
            <p:ph idx="3" type="sldImg"/>
          </p:nvPr>
        </p:nvSpPr>
        <p:spPr>
          <a:xfrm>
            <a:off x="3543300" y="946150"/>
            <a:ext cx="3606800" cy="2551113"/>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1069975" y="3640138"/>
            <a:ext cx="8553450" cy="29781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7183438"/>
            <a:ext cx="4633913" cy="379412"/>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sz="1200"/>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8" name="Google Shape;8;n"/>
          <p:cNvSpPr txBox="1"/>
          <p:nvPr>
            <p:ph idx="12" type="sldNum"/>
          </p:nvPr>
        </p:nvSpPr>
        <p:spPr>
          <a:xfrm>
            <a:off x="6057900" y="7183438"/>
            <a:ext cx="4632325" cy="379412"/>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sz="1200"/>
              <a:t>‹#›</a:t>
            </a:fld>
            <a:endParaRPr sz="1200"/>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 name="Shape 43"/>
        <p:cNvGrpSpPr/>
        <p:nvPr/>
      </p:nvGrpSpPr>
      <p:grpSpPr>
        <a:xfrm>
          <a:off x="0" y="0"/>
          <a:ext cx="0" cy="0"/>
          <a:chOff x="0" y="0"/>
          <a:chExt cx="0" cy="0"/>
        </a:xfrm>
      </p:grpSpPr>
      <p:sp>
        <p:nvSpPr>
          <p:cNvPr id="44" name="Google Shape;44;p1:notes"/>
          <p:cNvSpPr/>
          <p:nvPr>
            <p:ph idx="2" type="sldImg"/>
          </p:nvPr>
        </p:nvSpPr>
        <p:spPr>
          <a:xfrm>
            <a:off x="3543300" y="946150"/>
            <a:ext cx="3606800" cy="2551113"/>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5" name="Google Shape;45;p1:notes"/>
          <p:cNvSpPr txBox="1"/>
          <p:nvPr>
            <p:ph idx="1" type="body"/>
          </p:nvPr>
        </p:nvSpPr>
        <p:spPr>
          <a:xfrm>
            <a:off x="1069975" y="3640138"/>
            <a:ext cx="8553450" cy="29781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6" name="Google Shape;46;p1:notes"/>
          <p:cNvSpPr txBox="1"/>
          <p:nvPr>
            <p:ph idx="12" type="sldNum"/>
          </p:nvPr>
        </p:nvSpPr>
        <p:spPr>
          <a:xfrm>
            <a:off x="6057900" y="7183438"/>
            <a:ext cx="4632325" cy="379412"/>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 name="Shape 61"/>
        <p:cNvGrpSpPr/>
        <p:nvPr/>
      </p:nvGrpSpPr>
      <p:grpSpPr>
        <a:xfrm>
          <a:off x="0" y="0"/>
          <a:ext cx="0" cy="0"/>
          <a:chOff x="0" y="0"/>
          <a:chExt cx="0" cy="0"/>
        </a:xfrm>
      </p:grpSpPr>
      <p:sp>
        <p:nvSpPr>
          <p:cNvPr id="62" name="Google Shape;62;p2:notes"/>
          <p:cNvSpPr txBox="1"/>
          <p:nvPr>
            <p:ph idx="1" type="body"/>
          </p:nvPr>
        </p:nvSpPr>
        <p:spPr>
          <a:xfrm>
            <a:off x="1069975" y="3640138"/>
            <a:ext cx="8553450" cy="29781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3" name="Google Shape;63;p2:notes"/>
          <p:cNvSpPr/>
          <p:nvPr>
            <p:ph idx="2" type="sldImg"/>
          </p:nvPr>
        </p:nvSpPr>
        <p:spPr>
          <a:xfrm>
            <a:off x="3543300" y="946150"/>
            <a:ext cx="3606800" cy="2551113"/>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 name="Shape 70"/>
        <p:cNvGrpSpPr/>
        <p:nvPr/>
      </p:nvGrpSpPr>
      <p:grpSpPr>
        <a:xfrm>
          <a:off x="0" y="0"/>
          <a:ext cx="0" cy="0"/>
          <a:chOff x="0" y="0"/>
          <a:chExt cx="0" cy="0"/>
        </a:xfrm>
      </p:grpSpPr>
      <p:sp>
        <p:nvSpPr>
          <p:cNvPr id="71" name="Google Shape;71;p3:notes"/>
          <p:cNvSpPr/>
          <p:nvPr>
            <p:ph idx="2" type="sldImg"/>
          </p:nvPr>
        </p:nvSpPr>
        <p:spPr>
          <a:xfrm>
            <a:off x="3543300" y="946150"/>
            <a:ext cx="3606800" cy="2551113"/>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2" name="Google Shape;72;p3:notes"/>
          <p:cNvSpPr txBox="1"/>
          <p:nvPr>
            <p:ph idx="1" type="body"/>
          </p:nvPr>
        </p:nvSpPr>
        <p:spPr>
          <a:xfrm>
            <a:off x="1069975" y="3640138"/>
            <a:ext cx="8553450" cy="29781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3" name="Google Shape;73;p3:notes"/>
          <p:cNvSpPr txBox="1"/>
          <p:nvPr>
            <p:ph idx="12" type="sldNum"/>
          </p:nvPr>
        </p:nvSpPr>
        <p:spPr>
          <a:xfrm>
            <a:off x="6057900" y="7183438"/>
            <a:ext cx="4632325" cy="379412"/>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 name="Shape 86"/>
        <p:cNvGrpSpPr/>
        <p:nvPr/>
      </p:nvGrpSpPr>
      <p:grpSpPr>
        <a:xfrm>
          <a:off x="0" y="0"/>
          <a:ext cx="0" cy="0"/>
          <a:chOff x="0" y="0"/>
          <a:chExt cx="0" cy="0"/>
        </a:xfrm>
      </p:grpSpPr>
      <p:sp>
        <p:nvSpPr>
          <p:cNvPr id="87" name="Google Shape;87;p4:notes"/>
          <p:cNvSpPr txBox="1"/>
          <p:nvPr>
            <p:ph idx="1" type="body"/>
          </p:nvPr>
        </p:nvSpPr>
        <p:spPr>
          <a:xfrm>
            <a:off x="1069975" y="3640138"/>
            <a:ext cx="8553450" cy="29781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8" name="Google Shape;88;p4:notes"/>
          <p:cNvSpPr/>
          <p:nvPr>
            <p:ph idx="2" type="sldImg"/>
          </p:nvPr>
        </p:nvSpPr>
        <p:spPr>
          <a:xfrm>
            <a:off x="3543300" y="946150"/>
            <a:ext cx="3606800" cy="2551113"/>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 name="Shape 95"/>
        <p:cNvGrpSpPr/>
        <p:nvPr/>
      </p:nvGrpSpPr>
      <p:grpSpPr>
        <a:xfrm>
          <a:off x="0" y="0"/>
          <a:ext cx="0" cy="0"/>
          <a:chOff x="0" y="0"/>
          <a:chExt cx="0" cy="0"/>
        </a:xfrm>
      </p:grpSpPr>
      <p:sp>
        <p:nvSpPr>
          <p:cNvPr id="96" name="Google Shape;96;p5:notes"/>
          <p:cNvSpPr/>
          <p:nvPr>
            <p:ph idx="2" type="sldImg"/>
          </p:nvPr>
        </p:nvSpPr>
        <p:spPr>
          <a:xfrm>
            <a:off x="3543300" y="946150"/>
            <a:ext cx="3606800" cy="2551113"/>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7" name="Google Shape;97;p5:notes"/>
          <p:cNvSpPr txBox="1"/>
          <p:nvPr>
            <p:ph idx="1" type="body"/>
          </p:nvPr>
        </p:nvSpPr>
        <p:spPr>
          <a:xfrm>
            <a:off x="1069975" y="3640138"/>
            <a:ext cx="8553450" cy="29781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8" name="Google Shape;98;p5:notes"/>
          <p:cNvSpPr txBox="1"/>
          <p:nvPr>
            <p:ph idx="12" type="sldNum"/>
          </p:nvPr>
        </p:nvSpPr>
        <p:spPr>
          <a:xfrm>
            <a:off x="6057900" y="7183438"/>
            <a:ext cx="4632325" cy="379412"/>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 name="Shape 113"/>
        <p:cNvGrpSpPr/>
        <p:nvPr/>
      </p:nvGrpSpPr>
      <p:grpSpPr>
        <a:xfrm>
          <a:off x="0" y="0"/>
          <a:ext cx="0" cy="0"/>
          <a:chOff x="0" y="0"/>
          <a:chExt cx="0" cy="0"/>
        </a:xfrm>
      </p:grpSpPr>
      <p:sp>
        <p:nvSpPr>
          <p:cNvPr id="114" name="Google Shape;114;p6:notes"/>
          <p:cNvSpPr txBox="1"/>
          <p:nvPr>
            <p:ph idx="1" type="body"/>
          </p:nvPr>
        </p:nvSpPr>
        <p:spPr>
          <a:xfrm>
            <a:off x="1069975" y="3640138"/>
            <a:ext cx="8553450" cy="29781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5" name="Google Shape;115;p6:notes"/>
          <p:cNvSpPr/>
          <p:nvPr>
            <p:ph idx="2" type="sldImg"/>
          </p:nvPr>
        </p:nvSpPr>
        <p:spPr>
          <a:xfrm>
            <a:off x="3543300" y="946150"/>
            <a:ext cx="3606800" cy="2551113"/>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 name="Shape 122"/>
        <p:cNvGrpSpPr/>
        <p:nvPr/>
      </p:nvGrpSpPr>
      <p:grpSpPr>
        <a:xfrm>
          <a:off x="0" y="0"/>
          <a:ext cx="0" cy="0"/>
          <a:chOff x="0" y="0"/>
          <a:chExt cx="0" cy="0"/>
        </a:xfrm>
      </p:grpSpPr>
      <p:sp>
        <p:nvSpPr>
          <p:cNvPr id="123" name="Google Shape;123;p7:notes"/>
          <p:cNvSpPr/>
          <p:nvPr>
            <p:ph idx="2" type="sldImg"/>
          </p:nvPr>
        </p:nvSpPr>
        <p:spPr>
          <a:xfrm>
            <a:off x="3543300" y="946150"/>
            <a:ext cx="3606800" cy="2551113"/>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4" name="Google Shape;124;p7:notes"/>
          <p:cNvSpPr txBox="1"/>
          <p:nvPr>
            <p:ph idx="1" type="body"/>
          </p:nvPr>
        </p:nvSpPr>
        <p:spPr>
          <a:xfrm>
            <a:off x="1069975" y="3640138"/>
            <a:ext cx="8553450" cy="29781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5" name="Google Shape;125;p7:notes"/>
          <p:cNvSpPr txBox="1"/>
          <p:nvPr>
            <p:ph idx="12" type="sldNum"/>
          </p:nvPr>
        </p:nvSpPr>
        <p:spPr>
          <a:xfrm>
            <a:off x="6057900" y="7183438"/>
            <a:ext cx="4632325" cy="379412"/>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5" name="Shape 145"/>
        <p:cNvGrpSpPr/>
        <p:nvPr/>
      </p:nvGrpSpPr>
      <p:grpSpPr>
        <a:xfrm>
          <a:off x="0" y="0"/>
          <a:ext cx="0" cy="0"/>
          <a:chOff x="0" y="0"/>
          <a:chExt cx="0" cy="0"/>
        </a:xfrm>
      </p:grpSpPr>
      <p:sp>
        <p:nvSpPr>
          <p:cNvPr id="146" name="Google Shape;146;p8:notes"/>
          <p:cNvSpPr txBox="1"/>
          <p:nvPr>
            <p:ph idx="1" type="body"/>
          </p:nvPr>
        </p:nvSpPr>
        <p:spPr>
          <a:xfrm>
            <a:off x="1069975" y="3640138"/>
            <a:ext cx="8553450" cy="29781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7" name="Google Shape;147;p8:notes"/>
          <p:cNvSpPr/>
          <p:nvPr>
            <p:ph idx="2" type="sldImg"/>
          </p:nvPr>
        </p:nvSpPr>
        <p:spPr>
          <a:xfrm>
            <a:off x="3543300" y="946150"/>
            <a:ext cx="3606800" cy="2551113"/>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4" name="Shape 154"/>
        <p:cNvGrpSpPr/>
        <p:nvPr/>
      </p:nvGrpSpPr>
      <p:grpSpPr>
        <a:xfrm>
          <a:off x="0" y="0"/>
          <a:ext cx="0" cy="0"/>
          <a:chOff x="0" y="0"/>
          <a:chExt cx="0" cy="0"/>
        </a:xfrm>
      </p:grpSpPr>
      <p:sp>
        <p:nvSpPr>
          <p:cNvPr id="155" name="Google Shape;155;p9:notes"/>
          <p:cNvSpPr/>
          <p:nvPr>
            <p:ph idx="2" type="sldImg"/>
          </p:nvPr>
        </p:nvSpPr>
        <p:spPr>
          <a:xfrm>
            <a:off x="3543300" y="946150"/>
            <a:ext cx="3606800" cy="2551113"/>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56" name="Google Shape;156;p9:notes"/>
          <p:cNvSpPr txBox="1"/>
          <p:nvPr>
            <p:ph idx="1" type="body"/>
          </p:nvPr>
        </p:nvSpPr>
        <p:spPr>
          <a:xfrm>
            <a:off x="1069975" y="3640138"/>
            <a:ext cx="8553450" cy="29781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7" name="Google Shape;157;p9:notes"/>
          <p:cNvSpPr txBox="1"/>
          <p:nvPr>
            <p:ph idx="12" type="sldNum"/>
          </p:nvPr>
        </p:nvSpPr>
        <p:spPr>
          <a:xfrm>
            <a:off x="6057900" y="7183438"/>
            <a:ext cx="4632325" cy="379412"/>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4" name="Shape 174"/>
        <p:cNvGrpSpPr/>
        <p:nvPr/>
      </p:nvGrpSpPr>
      <p:grpSpPr>
        <a:xfrm>
          <a:off x="0" y="0"/>
          <a:ext cx="0" cy="0"/>
          <a:chOff x="0" y="0"/>
          <a:chExt cx="0" cy="0"/>
        </a:xfrm>
      </p:grpSpPr>
      <p:sp>
        <p:nvSpPr>
          <p:cNvPr id="175" name="Google Shape;175;p10:notes"/>
          <p:cNvSpPr txBox="1"/>
          <p:nvPr>
            <p:ph idx="1" type="body"/>
          </p:nvPr>
        </p:nvSpPr>
        <p:spPr>
          <a:xfrm>
            <a:off x="1069975" y="3640138"/>
            <a:ext cx="8553450" cy="29781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6" name="Google Shape;176;p10:notes"/>
          <p:cNvSpPr/>
          <p:nvPr>
            <p:ph idx="2" type="sldImg"/>
          </p:nvPr>
        </p:nvSpPr>
        <p:spPr>
          <a:xfrm>
            <a:off x="3543300" y="946150"/>
            <a:ext cx="3606800" cy="2551113"/>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2" name="Shape 182"/>
        <p:cNvGrpSpPr/>
        <p:nvPr/>
      </p:nvGrpSpPr>
      <p:grpSpPr>
        <a:xfrm>
          <a:off x="0" y="0"/>
          <a:ext cx="0" cy="0"/>
          <a:chOff x="0" y="0"/>
          <a:chExt cx="0" cy="0"/>
        </a:xfrm>
      </p:grpSpPr>
      <p:sp>
        <p:nvSpPr>
          <p:cNvPr id="183" name="Google Shape;183;p11:notes"/>
          <p:cNvSpPr/>
          <p:nvPr>
            <p:ph idx="2" type="sldImg"/>
          </p:nvPr>
        </p:nvSpPr>
        <p:spPr>
          <a:xfrm>
            <a:off x="3543300" y="946150"/>
            <a:ext cx="3606800" cy="2551113"/>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84" name="Google Shape;184;p11:notes"/>
          <p:cNvSpPr txBox="1"/>
          <p:nvPr>
            <p:ph idx="1" type="body"/>
          </p:nvPr>
        </p:nvSpPr>
        <p:spPr>
          <a:xfrm>
            <a:off x="1069975" y="3640138"/>
            <a:ext cx="8553450" cy="29781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85" name="Google Shape;185;p11:notes"/>
          <p:cNvSpPr txBox="1"/>
          <p:nvPr>
            <p:ph idx="12" type="sldNum"/>
          </p:nvPr>
        </p:nvSpPr>
        <p:spPr>
          <a:xfrm>
            <a:off x="6057900" y="7183438"/>
            <a:ext cx="4632325" cy="379412"/>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obj">
  <p:cSld name="OBJECT">
    <p:spTree>
      <p:nvGrpSpPr>
        <p:cNvPr id="15" name="Shape 15"/>
        <p:cNvGrpSpPr/>
        <p:nvPr/>
      </p:nvGrpSpPr>
      <p:grpSpPr>
        <a:xfrm>
          <a:off x="0" y="0"/>
          <a:ext cx="0" cy="0"/>
          <a:chOff x="0" y="0"/>
          <a:chExt cx="0" cy="0"/>
        </a:xfrm>
      </p:grpSpPr>
      <p:sp>
        <p:nvSpPr>
          <p:cNvPr id="16" name="Google Shape;16;p13"/>
          <p:cNvSpPr txBox="1"/>
          <p:nvPr>
            <p:ph idx="11" type="ftr"/>
          </p:nvPr>
        </p:nvSpPr>
        <p:spPr>
          <a:xfrm>
            <a:off x="3635756" y="7033450"/>
            <a:ext cx="3421888" cy="378142"/>
          </a:xfrm>
          <a:prstGeom prst="rect">
            <a:avLst/>
          </a:prstGeom>
          <a:noFill/>
          <a:ln>
            <a:noFill/>
          </a:ln>
        </p:spPr>
        <p:txBody>
          <a:bodyPr anchorCtr="0" anchor="t" bIns="0" lIns="0" spcFirstLastPara="1" rIns="0" wrap="square" tIns="0">
            <a:spAutoFit/>
          </a:bodyPr>
          <a:lstStyle>
            <a:lvl1pPr lvl="0" algn="ctr">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 name="Google Shape;17;p13"/>
          <p:cNvSpPr txBox="1"/>
          <p:nvPr>
            <p:ph idx="10" type="dt"/>
          </p:nvPr>
        </p:nvSpPr>
        <p:spPr>
          <a:xfrm>
            <a:off x="534670" y="7033450"/>
            <a:ext cx="2459482" cy="378142"/>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8" name="Google Shape;18;p13"/>
          <p:cNvSpPr txBox="1"/>
          <p:nvPr>
            <p:ph idx="12" type="sldNum"/>
          </p:nvPr>
        </p:nvSpPr>
        <p:spPr>
          <a:xfrm>
            <a:off x="501900" y="7055043"/>
            <a:ext cx="2872104" cy="167640"/>
          </a:xfrm>
          <a:prstGeom prst="rect">
            <a:avLst/>
          </a:prstGeom>
          <a:noFill/>
          <a:ln>
            <a:noFill/>
          </a:ln>
        </p:spPr>
        <p:txBody>
          <a:bodyPr anchorCtr="0" anchor="t" bIns="0" lIns="0" spcFirstLastPara="1" rIns="0" wrap="square" tIns="0">
            <a:spAutoFit/>
          </a:bodyPr>
          <a:lstStyle>
            <a:lvl1pPr indent="0" lvl="0" marL="38100">
              <a:lnSpc>
                <a:spcPct val="100000"/>
              </a:lnSpc>
              <a:spcBef>
                <a:spcPts val="0"/>
              </a:spcBef>
              <a:buNone/>
              <a:defRPr b="0" i="0" sz="900">
                <a:solidFill>
                  <a:srgbClr val="00625F"/>
                </a:solidFill>
                <a:latin typeface="Trebuchet MS"/>
                <a:ea typeface="Trebuchet MS"/>
                <a:cs typeface="Trebuchet MS"/>
                <a:sym typeface="Trebuchet MS"/>
              </a:defRPr>
            </a:lvl1pPr>
            <a:lvl2pPr indent="0" lvl="1" marL="38100">
              <a:lnSpc>
                <a:spcPct val="100000"/>
              </a:lnSpc>
              <a:spcBef>
                <a:spcPts val="0"/>
              </a:spcBef>
              <a:buNone/>
              <a:defRPr b="0" i="0" sz="900">
                <a:solidFill>
                  <a:srgbClr val="00625F"/>
                </a:solidFill>
                <a:latin typeface="Trebuchet MS"/>
                <a:ea typeface="Trebuchet MS"/>
                <a:cs typeface="Trebuchet MS"/>
                <a:sym typeface="Trebuchet MS"/>
              </a:defRPr>
            </a:lvl2pPr>
            <a:lvl3pPr indent="0" lvl="2" marL="38100">
              <a:lnSpc>
                <a:spcPct val="100000"/>
              </a:lnSpc>
              <a:spcBef>
                <a:spcPts val="0"/>
              </a:spcBef>
              <a:buNone/>
              <a:defRPr b="0" i="0" sz="900">
                <a:solidFill>
                  <a:srgbClr val="00625F"/>
                </a:solidFill>
                <a:latin typeface="Trebuchet MS"/>
                <a:ea typeface="Trebuchet MS"/>
                <a:cs typeface="Trebuchet MS"/>
                <a:sym typeface="Trebuchet MS"/>
              </a:defRPr>
            </a:lvl3pPr>
            <a:lvl4pPr indent="0" lvl="3" marL="38100">
              <a:lnSpc>
                <a:spcPct val="100000"/>
              </a:lnSpc>
              <a:spcBef>
                <a:spcPts val="0"/>
              </a:spcBef>
              <a:buNone/>
              <a:defRPr b="0" i="0" sz="900">
                <a:solidFill>
                  <a:srgbClr val="00625F"/>
                </a:solidFill>
                <a:latin typeface="Trebuchet MS"/>
                <a:ea typeface="Trebuchet MS"/>
                <a:cs typeface="Trebuchet MS"/>
                <a:sym typeface="Trebuchet MS"/>
              </a:defRPr>
            </a:lvl4pPr>
            <a:lvl5pPr indent="0" lvl="4" marL="38100">
              <a:lnSpc>
                <a:spcPct val="100000"/>
              </a:lnSpc>
              <a:spcBef>
                <a:spcPts val="0"/>
              </a:spcBef>
              <a:buNone/>
              <a:defRPr b="0" i="0" sz="900">
                <a:solidFill>
                  <a:srgbClr val="00625F"/>
                </a:solidFill>
                <a:latin typeface="Trebuchet MS"/>
                <a:ea typeface="Trebuchet MS"/>
                <a:cs typeface="Trebuchet MS"/>
                <a:sym typeface="Trebuchet MS"/>
              </a:defRPr>
            </a:lvl5pPr>
            <a:lvl6pPr indent="0" lvl="5" marL="38100">
              <a:lnSpc>
                <a:spcPct val="100000"/>
              </a:lnSpc>
              <a:spcBef>
                <a:spcPts val="0"/>
              </a:spcBef>
              <a:buNone/>
              <a:defRPr b="0" i="0" sz="900">
                <a:solidFill>
                  <a:srgbClr val="00625F"/>
                </a:solidFill>
                <a:latin typeface="Trebuchet MS"/>
                <a:ea typeface="Trebuchet MS"/>
                <a:cs typeface="Trebuchet MS"/>
                <a:sym typeface="Trebuchet MS"/>
              </a:defRPr>
            </a:lvl6pPr>
            <a:lvl7pPr indent="0" lvl="6" marL="38100">
              <a:lnSpc>
                <a:spcPct val="100000"/>
              </a:lnSpc>
              <a:spcBef>
                <a:spcPts val="0"/>
              </a:spcBef>
              <a:buNone/>
              <a:defRPr b="0" i="0" sz="900">
                <a:solidFill>
                  <a:srgbClr val="00625F"/>
                </a:solidFill>
                <a:latin typeface="Trebuchet MS"/>
                <a:ea typeface="Trebuchet MS"/>
                <a:cs typeface="Trebuchet MS"/>
                <a:sym typeface="Trebuchet MS"/>
              </a:defRPr>
            </a:lvl7pPr>
            <a:lvl8pPr indent="0" lvl="7" marL="38100">
              <a:lnSpc>
                <a:spcPct val="100000"/>
              </a:lnSpc>
              <a:spcBef>
                <a:spcPts val="0"/>
              </a:spcBef>
              <a:buNone/>
              <a:defRPr b="0" i="0" sz="900">
                <a:solidFill>
                  <a:srgbClr val="00625F"/>
                </a:solidFill>
                <a:latin typeface="Trebuchet MS"/>
                <a:ea typeface="Trebuchet MS"/>
                <a:cs typeface="Trebuchet MS"/>
                <a:sym typeface="Trebuchet MS"/>
              </a:defRPr>
            </a:lvl8pPr>
            <a:lvl9pPr indent="0" lvl="8" marL="38100">
              <a:lnSpc>
                <a:spcPct val="100000"/>
              </a:lnSpc>
              <a:spcBef>
                <a:spcPts val="0"/>
              </a:spcBef>
              <a:buNone/>
              <a:defRPr b="0" i="0" sz="900">
                <a:solidFill>
                  <a:srgbClr val="00625F"/>
                </a:solidFill>
                <a:latin typeface="Trebuchet MS"/>
                <a:ea typeface="Trebuchet MS"/>
                <a:cs typeface="Trebuchet MS"/>
                <a:sym typeface="Trebuchet MS"/>
              </a:defRPr>
            </a:lvl9pPr>
          </a:lstStyle>
          <a:p>
            <a:pPr indent="0" lvl="0" marL="38100" rtl="0" algn="l">
              <a:spcBef>
                <a:spcPts val="0"/>
              </a:spcBef>
              <a:spcAft>
                <a:spcPts val="0"/>
              </a:spcAft>
              <a:buNone/>
            </a:pPr>
            <a:fld id="{00000000-1234-1234-1234-123412341234}" type="slidenum">
              <a:rPr lang="en-US"/>
              <a:t>‹#›</a:t>
            </a:fld>
            <a:r>
              <a:rPr lang="en-US"/>
              <a:t>  Farm Management Information Systems (FMIS)</a:t>
            </a:r>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p:cSld name="Two Content">
    <p:spTree>
      <p:nvGrpSpPr>
        <p:cNvPr id="19" name="Shape 19"/>
        <p:cNvGrpSpPr/>
        <p:nvPr/>
      </p:nvGrpSpPr>
      <p:grpSpPr>
        <a:xfrm>
          <a:off x="0" y="0"/>
          <a:ext cx="0" cy="0"/>
          <a:chOff x="0" y="0"/>
          <a:chExt cx="0" cy="0"/>
        </a:xfrm>
      </p:grpSpPr>
      <p:sp>
        <p:nvSpPr>
          <p:cNvPr id="20" name="Google Shape;20;p14"/>
          <p:cNvSpPr txBox="1"/>
          <p:nvPr>
            <p:ph type="title"/>
          </p:nvPr>
        </p:nvSpPr>
        <p:spPr>
          <a:xfrm>
            <a:off x="527300" y="487174"/>
            <a:ext cx="7592059" cy="1057275"/>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b="1" i="0" sz="3600">
                <a:solidFill>
                  <a:srgbClr val="00625F"/>
                </a:solidFill>
                <a:latin typeface="Tahoma"/>
                <a:ea typeface="Tahoma"/>
                <a:cs typeface="Tahoma"/>
                <a:sym typeface="Tahoma"/>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1" name="Google Shape;21;p14"/>
          <p:cNvSpPr txBox="1"/>
          <p:nvPr>
            <p:ph idx="1" type="body"/>
          </p:nvPr>
        </p:nvSpPr>
        <p:spPr>
          <a:xfrm>
            <a:off x="527291" y="1729349"/>
            <a:ext cx="3439160" cy="4883784"/>
          </a:xfrm>
          <a:prstGeom prst="rect">
            <a:avLst/>
          </a:prstGeom>
          <a:noFill/>
          <a:ln>
            <a:noFill/>
          </a:ln>
        </p:spPr>
        <p:txBody>
          <a:bodyPr anchorCtr="0" anchor="t" bIns="0" lIns="0" spcFirstLastPara="1" rIns="0" wrap="square" tIns="0">
            <a:spAutoFit/>
          </a:bodyPr>
          <a:lstStyle>
            <a:lvl1pPr indent="-228600" lvl="0" marL="457200" algn="l">
              <a:spcBef>
                <a:spcPts val="0"/>
              </a:spcBef>
              <a:spcAft>
                <a:spcPts val="0"/>
              </a:spcAft>
              <a:buSzPts val="1400"/>
              <a:buNone/>
              <a:defRPr b="0" i="0" sz="1150">
                <a:solidFill>
                  <a:srgbClr val="00625F"/>
                </a:solidFill>
                <a:latin typeface="Tahoma"/>
                <a:ea typeface="Tahoma"/>
                <a:cs typeface="Tahoma"/>
                <a:sym typeface="Tahoma"/>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22" name="Google Shape;22;p14"/>
          <p:cNvSpPr txBox="1"/>
          <p:nvPr>
            <p:ph idx="2" type="body"/>
          </p:nvPr>
        </p:nvSpPr>
        <p:spPr>
          <a:xfrm>
            <a:off x="6431499" y="1737011"/>
            <a:ext cx="3443604" cy="4878070"/>
          </a:xfrm>
          <a:prstGeom prst="rect">
            <a:avLst/>
          </a:prstGeom>
          <a:noFill/>
          <a:ln>
            <a:noFill/>
          </a:ln>
        </p:spPr>
        <p:txBody>
          <a:bodyPr anchorCtr="0" anchor="t" bIns="0" lIns="0" spcFirstLastPara="1" rIns="0" wrap="square" tIns="0">
            <a:spAutoFit/>
          </a:bodyPr>
          <a:lstStyle>
            <a:lvl1pPr indent="-228600" lvl="0" marL="457200" algn="l">
              <a:spcBef>
                <a:spcPts val="0"/>
              </a:spcBef>
              <a:spcAft>
                <a:spcPts val="0"/>
              </a:spcAft>
              <a:buSzPts val="1400"/>
              <a:buNone/>
              <a:defRPr b="0" i="0" sz="1150">
                <a:solidFill>
                  <a:srgbClr val="00625F"/>
                </a:solidFill>
                <a:latin typeface="Tahoma"/>
                <a:ea typeface="Tahoma"/>
                <a:cs typeface="Tahoma"/>
                <a:sym typeface="Tahoma"/>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23" name="Google Shape;23;p14"/>
          <p:cNvSpPr txBox="1"/>
          <p:nvPr>
            <p:ph idx="11" type="ftr"/>
          </p:nvPr>
        </p:nvSpPr>
        <p:spPr>
          <a:xfrm>
            <a:off x="3635756" y="7033450"/>
            <a:ext cx="3421888" cy="378142"/>
          </a:xfrm>
          <a:prstGeom prst="rect">
            <a:avLst/>
          </a:prstGeom>
          <a:noFill/>
          <a:ln>
            <a:noFill/>
          </a:ln>
        </p:spPr>
        <p:txBody>
          <a:bodyPr anchorCtr="0" anchor="t" bIns="0" lIns="0" spcFirstLastPara="1" rIns="0" wrap="square" tIns="0">
            <a:spAutoFit/>
          </a:bodyPr>
          <a:lstStyle>
            <a:lvl1pPr lvl="0" algn="ctr">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4" name="Google Shape;24;p14"/>
          <p:cNvSpPr txBox="1"/>
          <p:nvPr>
            <p:ph idx="10" type="dt"/>
          </p:nvPr>
        </p:nvSpPr>
        <p:spPr>
          <a:xfrm>
            <a:off x="534670" y="7033450"/>
            <a:ext cx="2459482" cy="378142"/>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5" name="Google Shape;25;p14"/>
          <p:cNvSpPr txBox="1"/>
          <p:nvPr>
            <p:ph idx="12" type="sldNum"/>
          </p:nvPr>
        </p:nvSpPr>
        <p:spPr>
          <a:xfrm>
            <a:off x="501900" y="7055043"/>
            <a:ext cx="2872104" cy="167640"/>
          </a:xfrm>
          <a:prstGeom prst="rect">
            <a:avLst/>
          </a:prstGeom>
          <a:noFill/>
          <a:ln>
            <a:noFill/>
          </a:ln>
        </p:spPr>
        <p:txBody>
          <a:bodyPr anchorCtr="0" anchor="t" bIns="0" lIns="0" spcFirstLastPara="1" rIns="0" wrap="square" tIns="0">
            <a:spAutoFit/>
          </a:bodyPr>
          <a:lstStyle>
            <a:lvl1pPr indent="0" lvl="0" marL="38100">
              <a:lnSpc>
                <a:spcPct val="100000"/>
              </a:lnSpc>
              <a:spcBef>
                <a:spcPts val="0"/>
              </a:spcBef>
              <a:buNone/>
              <a:defRPr b="0" i="0" sz="900">
                <a:solidFill>
                  <a:srgbClr val="00625F"/>
                </a:solidFill>
                <a:latin typeface="Trebuchet MS"/>
                <a:ea typeface="Trebuchet MS"/>
                <a:cs typeface="Trebuchet MS"/>
                <a:sym typeface="Trebuchet MS"/>
              </a:defRPr>
            </a:lvl1pPr>
            <a:lvl2pPr indent="0" lvl="1" marL="38100">
              <a:lnSpc>
                <a:spcPct val="100000"/>
              </a:lnSpc>
              <a:spcBef>
                <a:spcPts val="0"/>
              </a:spcBef>
              <a:buNone/>
              <a:defRPr b="0" i="0" sz="900">
                <a:solidFill>
                  <a:srgbClr val="00625F"/>
                </a:solidFill>
                <a:latin typeface="Trebuchet MS"/>
                <a:ea typeface="Trebuchet MS"/>
                <a:cs typeface="Trebuchet MS"/>
                <a:sym typeface="Trebuchet MS"/>
              </a:defRPr>
            </a:lvl2pPr>
            <a:lvl3pPr indent="0" lvl="2" marL="38100">
              <a:lnSpc>
                <a:spcPct val="100000"/>
              </a:lnSpc>
              <a:spcBef>
                <a:spcPts val="0"/>
              </a:spcBef>
              <a:buNone/>
              <a:defRPr b="0" i="0" sz="900">
                <a:solidFill>
                  <a:srgbClr val="00625F"/>
                </a:solidFill>
                <a:latin typeface="Trebuchet MS"/>
                <a:ea typeface="Trebuchet MS"/>
                <a:cs typeface="Trebuchet MS"/>
                <a:sym typeface="Trebuchet MS"/>
              </a:defRPr>
            </a:lvl3pPr>
            <a:lvl4pPr indent="0" lvl="3" marL="38100">
              <a:lnSpc>
                <a:spcPct val="100000"/>
              </a:lnSpc>
              <a:spcBef>
                <a:spcPts val="0"/>
              </a:spcBef>
              <a:buNone/>
              <a:defRPr b="0" i="0" sz="900">
                <a:solidFill>
                  <a:srgbClr val="00625F"/>
                </a:solidFill>
                <a:latin typeface="Trebuchet MS"/>
                <a:ea typeface="Trebuchet MS"/>
                <a:cs typeface="Trebuchet MS"/>
                <a:sym typeface="Trebuchet MS"/>
              </a:defRPr>
            </a:lvl4pPr>
            <a:lvl5pPr indent="0" lvl="4" marL="38100">
              <a:lnSpc>
                <a:spcPct val="100000"/>
              </a:lnSpc>
              <a:spcBef>
                <a:spcPts val="0"/>
              </a:spcBef>
              <a:buNone/>
              <a:defRPr b="0" i="0" sz="900">
                <a:solidFill>
                  <a:srgbClr val="00625F"/>
                </a:solidFill>
                <a:latin typeface="Trebuchet MS"/>
                <a:ea typeface="Trebuchet MS"/>
                <a:cs typeface="Trebuchet MS"/>
                <a:sym typeface="Trebuchet MS"/>
              </a:defRPr>
            </a:lvl5pPr>
            <a:lvl6pPr indent="0" lvl="5" marL="38100">
              <a:lnSpc>
                <a:spcPct val="100000"/>
              </a:lnSpc>
              <a:spcBef>
                <a:spcPts val="0"/>
              </a:spcBef>
              <a:buNone/>
              <a:defRPr b="0" i="0" sz="900">
                <a:solidFill>
                  <a:srgbClr val="00625F"/>
                </a:solidFill>
                <a:latin typeface="Trebuchet MS"/>
                <a:ea typeface="Trebuchet MS"/>
                <a:cs typeface="Trebuchet MS"/>
                <a:sym typeface="Trebuchet MS"/>
              </a:defRPr>
            </a:lvl6pPr>
            <a:lvl7pPr indent="0" lvl="6" marL="38100">
              <a:lnSpc>
                <a:spcPct val="100000"/>
              </a:lnSpc>
              <a:spcBef>
                <a:spcPts val="0"/>
              </a:spcBef>
              <a:buNone/>
              <a:defRPr b="0" i="0" sz="900">
                <a:solidFill>
                  <a:srgbClr val="00625F"/>
                </a:solidFill>
                <a:latin typeface="Trebuchet MS"/>
                <a:ea typeface="Trebuchet MS"/>
                <a:cs typeface="Trebuchet MS"/>
                <a:sym typeface="Trebuchet MS"/>
              </a:defRPr>
            </a:lvl7pPr>
            <a:lvl8pPr indent="0" lvl="7" marL="38100">
              <a:lnSpc>
                <a:spcPct val="100000"/>
              </a:lnSpc>
              <a:spcBef>
                <a:spcPts val="0"/>
              </a:spcBef>
              <a:buNone/>
              <a:defRPr b="0" i="0" sz="900">
                <a:solidFill>
                  <a:srgbClr val="00625F"/>
                </a:solidFill>
                <a:latin typeface="Trebuchet MS"/>
                <a:ea typeface="Trebuchet MS"/>
                <a:cs typeface="Trebuchet MS"/>
                <a:sym typeface="Trebuchet MS"/>
              </a:defRPr>
            </a:lvl8pPr>
            <a:lvl9pPr indent="0" lvl="8" marL="38100">
              <a:lnSpc>
                <a:spcPct val="100000"/>
              </a:lnSpc>
              <a:spcBef>
                <a:spcPts val="0"/>
              </a:spcBef>
              <a:buNone/>
              <a:defRPr b="0" i="0" sz="900">
                <a:solidFill>
                  <a:srgbClr val="00625F"/>
                </a:solidFill>
                <a:latin typeface="Trebuchet MS"/>
                <a:ea typeface="Trebuchet MS"/>
                <a:cs typeface="Trebuchet MS"/>
                <a:sym typeface="Trebuchet MS"/>
              </a:defRPr>
            </a:lvl9pPr>
          </a:lstStyle>
          <a:p>
            <a:pPr indent="0" lvl="0" marL="38100" rtl="0" algn="l">
              <a:spcBef>
                <a:spcPts val="0"/>
              </a:spcBef>
              <a:spcAft>
                <a:spcPts val="0"/>
              </a:spcAft>
              <a:buNone/>
            </a:pPr>
            <a:fld id="{00000000-1234-1234-1234-123412341234}" type="slidenum">
              <a:rPr lang="en-US"/>
              <a:t>‹#›</a:t>
            </a:fld>
            <a:r>
              <a:rPr lang="en-US"/>
              <a:t>  Farm Management Information Systems (FMIS)</a:t>
            </a:r>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p:cSld name="Title and Content">
    <p:spTree>
      <p:nvGrpSpPr>
        <p:cNvPr id="26" name="Shape 26"/>
        <p:cNvGrpSpPr/>
        <p:nvPr/>
      </p:nvGrpSpPr>
      <p:grpSpPr>
        <a:xfrm>
          <a:off x="0" y="0"/>
          <a:ext cx="0" cy="0"/>
          <a:chOff x="0" y="0"/>
          <a:chExt cx="0" cy="0"/>
        </a:xfrm>
      </p:grpSpPr>
      <p:sp>
        <p:nvSpPr>
          <p:cNvPr id="27" name="Google Shape;27;p15"/>
          <p:cNvSpPr txBox="1"/>
          <p:nvPr>
            <p:ph type="title"/>
          </p:nvPr>
        </p:nvSpPr>
        <p:spPr>
          <a:xfrm>
            <a:off x="527300" y="487174"/>
            <a:ext cx="7592059" cy="1057275"/>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b="1" i="0" sz="3600">
                <a:solidFill>
                  <a:srgbClr val="00625F"/>
                </a:solidFill>
                <a:latin typeface="Tahoma"/>
                <a:ea typeface="Tahoma"/>
                <a:cs typeface="Tahoma"/>
                <a:sym typeface="Tahoma"/>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8" name="Google Shape;28;p15"/>
          <p:cNvSpPr txBox="1"/>
          <p:nvPr>
            <p:ph idx="1" type="body"/>
          </p:nvPr>
        </p:nvSpPr>
        <p:spPr>
          <a:xfrm>
            <a:off x="3642503" y="2615366"/>
            <a:ext cx="4629784" cy="2195829"/>
          </a:xfrm>
          <a:prstGeom prst="rect">
            <a:avLst/>
          </a:prstGeom>
          <a:noFill/>
          <a:ln>
            <a:noFill/>
          </a:ln>
        </p:spPr>
        <p:txBody>
          <a:bodyPr anchorCtr="0" anchor="t" bIns="0" lIns="0" spcFirstLastPara="1" rIns="0" wrap="square" tIns="0">
            <a:spAutoFit/>
          </a:bodyPr>
          <a:lstStyle>
            <a:lvl1pPr indent="-228600" lvl="0" marL="457200" algn="l">
              <a:spcBef>
                <a:spcPts val="0"/>
              </a:spcBef>
              <a:spcAft>
                <a:spcPts val="0"/>
              </a:spcAft>
              <a:buSzPts val="1400"/>
              <a:buNone/>
              <a:defRPr b="0" i="0" sz="1150">
                <a:solidFill>
                  <a:srgbClr val="00625F"/>
                </a:solidFill>
                <a:latin typeface="Tahoma"/>
                <a:ea typeface="Tahoma"/>
                <a:cs typeface="Tahoma"/>
                <a:sym typeface="Tahoma"/>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29" name="Google Shape;29;p15"/>
          <p:cNvSpPr txBox="1"/>
          <p:nvPr>
            <p:ph idx="11" type="ftr"/>
          </p:nvPr>
        </p:nvSpPr>
        <p:spPr>
          <a:xfrm>
            <a:off x="3635756" y="7033450"/>
            <a:ext cx="3421888" cy="378142"/>
          </a:xfrm>
          <a:prstGeom prst="rect">
            <a:avLst/>
          </a:prstGeom>
          <a:noFill/>
          <a:ln>
            <a:noFill/>
          </a:ln>
        </p:spPr>
        <p:txBody>
          <a:bodyPr anchorCtr="0" anchor="t" bIns="0" lIns="0" spcFirstLastPara="1" rIns="0" wrap="square" tIns="0">
            <a:spAutoFit/>
          </a:bodyPr>
          <a:lstStyle>
            <a:lvl1pPr lvl="0" algn="ctr">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0" name="Google Shape;30;p15"/>
          <p:cNvSpPr txBox="1"/>
          <p:nvPr>
            <p:ph idx="10" type="dt"/>
          </p:nvPr>
        </p:nvSpPr>
        <p:spPr>
          <a:xfrm>
            <a:off x="534670" y="7033450"/>
            <a:ext cx="2459482" cy="378142"/>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1" name="Google Shape;31;p15"/>
          <p:cNvSpPr txBox="1"/>
          <p:nvPr>
            <p:ph idx="12" type="sldNum"/>
          </p:nvPr>
        </p:nvSpPr>
        <p:spPr>
          <a:xfrm>
            <a:off x="501900" y="7055043"/>
            <a:ext cx="2872104" cy="167640"/>
          </a:xfrm>
          <a:prstGeom prst="rect">
            <a:avLst/>
          </a:prstGeom>
          <a:noFill/>
          <a:ln>
            <a:noFill/>
          </a:ln>
        </p:spPr>
        <p:txBody>
          <a:bodyPr anchorCtr="0" anchor="t" bIns="0" lIns="0" spcFirstLastPara="1" rIns="0" wrap="square" tIns="0">
            <a:spAutoFit/>
          </a:bodyPr>
          <a:lstStyle>
            <a:lvl1pPr indent="0" lvl="0" marL="38100">
              <a:lnSpc>
                <a:spcPct val="100000"/>
              </a:lnSpc>
              <a:spcBef>
                <a:spcPts val="0"/>
              </a:spcBef>
              <a:buNone/>
              <a:defRPr b="0" i="0" sz="900">
                <a:solidFill>
                  <a:srgbClr val="00625F"/>
                </a:solidFill>
                <a:latin typeface="Trebuchet MS"/>
                <a:ea typeface="Trebuchet MS"/>
                <a:cs typeface="Trebuchet MS"/>
                <a:sym typeface="Trebuchet MS"/>
              </a:defRPr>
            </a:lvl1pPr>
            <a:lvl2pPr indent="0" lvl="1" marL="38100">
              <a:lnSpc>
                <a:spcPct val="100000"/>
              </a:lnSpc>
              <a:spcBef>
                <a:spcPts val="0"/>
              </a:spcBef>
              <a:buNone/>
              <a:defRPr b="0" i="0" sz="900">
                <a:solidFill>
                  <a:srgbClr val="00625F"/>
                </a:solidFill>
                <a:latin typeface="Trebuchet MS"/>
                <a:ea typeface="Trebuchet MS"/>
                <a:cs typeface="Trebuchet MS"/>
                <a:sym typeface="Trebuchet MS"/>
              </a:defRPr>
            </a:lvl2pPr>
            <a:lvl3pPr indent="0" lvl="2" marL="38100">
              <a:lnSpc>
                <a:spcPct val="100000"/>
              </a:lnSpc>
              <a:spcBef>
                <a:spcPts val="0"/>
              </a:spcBef>
              <a:buNone/>
              <a:defRPr b="0" i="0" sz="900">
                <a:solidFill>
                  <a:srgbClr val="00625F"/>
                </a:solidFill>
                <a:latin typeface="Trebuchet MS"/>
                <a:ea typeface="Trebuchet MS"/>
                <a:cs typeface="Trebuchet MS"/>
                <a:sym typeface="Trebuchet MS"/>
              </a:defRPr>
            </a:lvl3pPr>
            <a:lvl4pPr indent="0" lvl="3" marL="38100">
              <a:lnSpc>
                <a:spcPct val="100000"/>
              </a:lnSpc>
              <a:spcBef>
                <a:spcPts val="0"/>
              </a:spcBef>
              <a:buNone/>
              <a:defRPr b="0" i="0" sz="900">
                <a:solidFill>
                  <a:srgbClr val="00625F"/>
                </a:solidFill>
                <a:latin typeface="Trebuchet MS"/>
                <a:ea typeface="Trebuchet MS"/>
                <a:cs typeface="Trebuchet MS"/>
                <a:sym typeface="Trebuchet MS"/>
              </a:defRPr>
            </a:lvl4pPr>
            <a:lvl5pPr indent="0" lvl="4" marL="38100">
              <a:lnSpc>
                <a:spcPct val="100000"/>
              </a:lnSpc>
              <a:spcBef>
                <a:spcPts val="0"/>
              </a:spcBef>
              <a:buNone/>
              <a:defRPr b="0" i="0" sz="900">
                <a:solidFill>
                  <a:srgbClr val="00625F"/>
                </a:solidFill>
                <a:latin typeface="Trebuchet MS"/>
                <a:ea typeface="Trebuchet MS"/>
                <a:cs typeface="Trebuchet MS"/>
                <a:sym typeface="Trebuchet MS"/>
              </a:defRPr>
            </a:lvl5pPr>
            <a:lvl6pPr indent="0" lvl="5" marL="38100">
              <a:lnSpc>
                <a:spcPct val="100000"/>
              </a:lnSpc>
              <a:spcBef>
                <a:spcPts val="0"/>
              </a:spcBef>
              <a:buNone/>
              <a:defRPr b="0" i="0" sz="900">
                <a:solidFill>
                  <a:srgbClr val="00625F"/>
                </a:solidFill>
                <a:latin typeface="Trebuchet MS"/>
                <a:ea typeface="Trebuchet MS"/>
                <a:cs typeface="Trebuchet MS"/>
                <a:sym typeface="Trebuchet MS"/>
              </a:defRPr>
            </a:lvl6pPr>
            <a:lvl7pPr indent="0" lvl="6" marL="38100">
              <a:lnSpc>
                <a:spcPct val="100000"/>
              </a:lnSpc>
              <a:spcBef>
                <a:spcPts val="0"/>
              </a:spcBef>
              <a:buNone/>
              <a:defRPr b="0" i="0" sz="900">
                <a:solidFill>
                  <a:srgbClr val="00625F"/>
                </a:solidFill>
                <a:latin typeface="Trebuchet MS"/>
                <a:ea typeface="Trebuchet MS"/>
                <a:cs typeface="Trebuchet MS"/>
                <a:sym typeface="Trebuchet MS"/>
              </a:defRPr>
            </a:lvl7pPr>
            <a:lvl8pPr indent="0" lvl="7" marL="38100">
              <a:lnSpc>
                <a:spcPct val="100000"/>
              </a:lnSpc>
              <a:spcBef>
                <a:spcPts val="0"/>
              </a:spcBef>
              <a:buNone/>
              <a:defRPr b="0" i="0" sz="900">
                <a:solidFill>
                  <a:srgbClr val="00625F"/>
                </a:solidFill>
                <a:latin typeface="Trebuchet MS"/>
                <a:ea typeface="Trebuchet MS"/>
                <a:cs typeface="Trebuchet MS"/>
                <a:sym typeface="Trebuchet MS"/>
              </a:defRPr>
            </a:lvl8pPr>
            <a:lvl9pPr indent="0" lvl="8" marL="38100">
              <a:lnSpc>
                <a:spcPct val="100000"/>
              </a:lnSpc>
              <a:spcBef>
                <a:spcPts val="0"/>
              </a:spcBef>
              <a:buNone/>
              <a:defRPr b="0" i="0" sz="900">
                <a:solidFill>
                  <a:srgbClr val="00625F"/>
                </a:solidFill>
                <a:latin typeface="Trebuchet MS"/>
                <a:ea typeface="Trebuchet MS"/>
                <a:cs typeface="Trebuchet MS"/>
                <a:sym typeface="Trebuchet MS"/>
              </a:defRPr>
            </a:lvl9pPr>
          </a:lstStyle>
          <a:p>
            <a:pPr indent="0" lvl="0" marL="38100" rtl="0" algn="l">
              <a:spcBef>
                <a:spcPts val="0"/>
              </a:spcBef>
              <a:spcAft>
                <a:spcPts val="0"/>
              </a:spcAft>
              <a:buNone/>
            </a:pPr>
            <a:fld id="{00000000-1234-1234-1234-123412341234}" type="slidenum">
              <a:rPr lang="en-US"/>
              <a:t>‹#›</a:t>
            </a:fld>
            <a:r>
              <a:rPr lang="en-US"/>
              <a:t>  Farm Management Information Systems (FMIS)</a:t>
            </a:r>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Title Slide">
    <p:spTree>
      <p:nvGrpSpPr>
        <p:cNvPr id="32" name="Shape 32"/>
        <p:cNvGrpSpPr/>
        <p:nvPr/>
      </p:nvGrpSpPr>
      <p:grpSpPr>
        <a:xfrm>
          <a:off x="0" y="0"/>
          <a:ext cx="0" cy="0"/>
          <a:chOff x="0" y="0"/>
          <a:chExt cx="0" cy="0"/>
        </a:xfrm>
      </p:grpSpPr>
      <p:sp>
        <p:nvSpPr>
          <p:cNvPr id="33" name="Google Shape;33;p16"/>
          <p:cNvSpPr txBox="1"/>
          <p:nvPr>
            <p:ph type="ctrTitle"/>
          </p:nvPr>
        </p:nvSpPr>
        <p:spPr>
          <a:xfrm>
            <a:off x="802005" y="2344483"/>
            <a:ext cx="9089390" cy="1588198"/>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b="1" i="0" sz="3600">
                <a:solidFill>
                  <a:srgbClr val="00625F"/>
                </a:solidFill>
                <a:latin typeface="Tahoma"/>
                <a:ea typeface="Tahoma"/>
                <a:cs typeface="Tahoma"/>
                <a:sym typeface="Tahoma"/>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4" name="Google Shape;34;p16"/>
          <p:cNvSpPr txBox="1"/>
          <p:nvPr>
            <p:ph idx="1" type="subTitle"/>
          </p:nvPr>
        </p:nvSpPr>
        <p:spPr>
          <a:xfrm>
            <a:off x="1604010" y="4235196"/>
            <a:ext cx="7485380" cy="1890712"/>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b="0" i="0" sz="1150">
                <a:solidFill>
                  <a:srgbClr val="00625F"/>
                </a:solidFill>
                <a:latin typeface="Tahoma"/>
                <a:ea typeface="Tahoma"/>
                <a:cs typeface="Tahoma"/>
                <a:sym typeface="Tahoma"/>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5" name="Google Shape;35;p16"/>
          <p:cNvSpPr txBox="1"/>
          <p:nvPr>
            <p:ph idx="11" type="ftr"/>
          </p:nvPr>
        </p:nvSpPr>
        <p:spPr>
          <a:xfrm>
            <a:off x="3635756" y="7033450"/>
            <a:ext cx="3421888" cy="378142"/>
          </a:xfrm>
          <a:prstGeom prst="rect">
            <a:avLst/>
          </a:prstGeom>
          <a:noFill/>
          <a:ln>
            <a:noFill/>
          </a:ln>
        </p:spPr>
        <p:txBody>
          <a:bodyPr anchorCtr="0" anchor="t" bIns="0" lIns="0" spcFirstLastPara="1" rIns="0" wrap="square" tIns="0">
            <a:spAutoFit/>
          </a:bodyPr>
          <a:lstStyle>
            <a:lvl1pPr lvl="0" algn="ctr">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6" name="Google Shape;36;p16"/>
          <p:cNvSpPr txBox="1"/>
          <p:nvPr>
            <p:ph idx="10" type="dt"/>
          </p:nvPr>
        </p:nvSpPr>
        <p:spPr>
          <a:xfrm>
            <a:off x="534670" y="7033450"/>
            <a:ext cx="2459482" cy="378142"/>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7" name="Google Shape;37;p16"/>
          <p:cNvSpPr txBox="1"/>
          <p:nvPr>
            <p:ph idx="12" type="sldNum"/>
          </p:nvPr>
        </p:nvSpPr>
        <p:spPr>
          <a:xfrm>
            <a:off x="501900" y="7055043"/>
            <a:ext cx="2872104" cy="167640"/>
          </a:xfrm>
          <a:prstGeom prst="rect">
            <a:avLst/>
          </a:prstGeom>
          <a:noFill/>
          <a:ln>
            <a:noFill/>
          </a:ln>
        </p:spPr>
        <p:txBody>
          <a:bodyPr anchorCtr="0" anchor="t" bIns="0" lIns="0" spcFirstLastPara="1" rIns="0" wrap="square" tIns="0">
            <a:spAutoFit/>
          </a:bodyPr>
          <a:lstStyle>
            <a:lvl1pPr indent="0" lvl="0" marL="38100">
              <a:lnSpc>
                <a:spcPct val="100000"/>
              </a:lnSpc>
              <a:spcBef>
                <a:spcPts val="0"/>
              </a:spcBef>
              <a:buNone/>
              <a:defRPr b="0" i="0" sz="900">
                <a:solidFill>
                  <a:srgbClr val="00625F"/>
                </a:solidFill>
                <a:latin typeface="Trebuchet MS"/>
                <a:ea typeface="Trebuchet MS"/>
                <a:cs typeface="Trebuchet MS"/>
                <a:sym typeface="Trebuchet MS"/>
              </a:defRPr>
            </a:lvl1pPr>
            <a:lvl2pPr indent="0" lvl="1" marL="38100">
              <a:lnSpc>
                <a:spcPct val="100000"/>
              </a:lnSpc>
              <a:spcBef>
                <a:spcPts val="0"/>
              </a:spcBef>
              <a:buNone/>
              <a:defRPr b="0" i="0" sz="900">
                <a:solidFill>
                  <a:srgbClr val="00625F"/>
                </a:solidFill>
                <a:latin typeface="Trebuchet MS"/>
                <a:ea typeface="Trebuchet MS"/>
                <a:cs typeface="Trebuchet MS"/>
                <a:sym typeface="Trebuchet MS"/>
              </a:defRPr>
            </a:lvl2pPr>
            <a:lvl3pPr indent="0" lvl="2" marL="38100">
              <a:lnSpc>
                <a:spcPct val="100000"/>
              </a:lnSpc>
              <a:spcBef>
                <a:spcPts val="0"/>
              </a:spcBef>
              <a:buNone/>
              <a:defRPr b="0" i="0" sz="900">
                <a:solidFill>
                  <a:srgbClr val="00625F"/>
                </a:solidFill>
                <a:latin typeface="Trebuchet MS"/>
                <a:ea typeface="Trebuchet MS"/>
                <a:cs typeface="Trebuchet MS"/>
                <a:sym typeface="Trebuchet MS"/>
              </a:defRPr>
            </a:lvl3pPr>
            <a:lvl4pPr indent="0" lvl="3" marL="38100">
              <a:lnSpc>
                <a:spcPct val="100000"/>
              </a:lnSpc>
              <a:spcBef>
                <a:spcPts val="0"/>
              </a:spcBef>
              <a:buNone/>
              <a:defRPr b="0" i="0" sz="900">
                <a:solidFill>
                  <a:srgbClr val="00625F"/>
                </a:solidFill>
                <a:latin typeface="Trebuchet MS"/>
                <a:ea typeface="Trebuchet MS"/>
                <a:cs typeface="Trebuchet MS"/>
                <a:sym typeface="Trebuchet MS"/>
              </a:defRPr>
            </a:lvl4pPr>
            <a:lvl5pPr indent="0" lvl="4" marL="38100">
              <a:lnSpc>
                <a:spcPct val="100000"/>
              </a:lnSpc>
              <a:spcBef>
                <a:spcPts val="0"/>
              </a:spcBef>
              <a:buNone/>
              <a:defRPr b="0" i="0" sz="900">
                <a:solidFill>
                  <a:srgbClr val="00625F"/>
                </a:solidFill>
                <a:latin typeface="Trebuchet MS"/>
                <a:ea typeface="Trebuchet MS"/>
                <a:cs typeface="Trebuchet MS"/>
                <a:sym typeface="Trebuchet MS"/>
              </a:defRPr>
            </a:lvl5pPr>
            <a:lvl6pPr indent="0" lvl="5" marL="38100">
              <a:lnSpc>
                <a:spcPct val="100000"/>
              </a:lnSpc>
              <a:spcBef>
                <a:spcPts val="0"/>
              </a:spcBef>
              <a:buNone/>
              <a:defRPr b="0" i="0" sz="900">
                <a:solidFill>
                  <a:srgbClr val="00625F"/>
                </a:solidFill>
                <a:latin typeface="Trebuchet MS"/>
                <a:ea typeface="Trebuchet MS"/>
                <a:cs typeface="Trebuchet MS"/>
                <a:sym typeface="Trebuchet MS"/>
              </a:defRPr>
            </a:lvl6pPr>
            <a:lvl7pPr indent="0" lvl="6" marL="38100">
              <a:lnSpc>
                <a:spcPct val="100000"/>
              </a:lnSpc>
              <a:spcBef>
                <a:spcPts val="0"/>
              </a:spcBef>
              <a:buNone/>
              <a:defRPr b="0" i="0" sz="900">
                <a:solidFill>
                  <a:srgbClr val="00625F"/>
                </a:solidFill>
                <a:latin typeface="Trebuchet MS"/>
                <a:ea typeface="Trebuchet MS"/>
                <a:cs typeface="Trebuchet MS"/>
                <a:sym typeface="Trebuchet MS"/>
              </a:defRPr>
            </a:lvl7pPr>
            <a:lvl8pPr indent="0" lvl="7" marL="38100">
              <a:lnSpc>
                <a:spcPct val="100000"/>
              </a:lnSpc>
              <a:spcBef>
                <a:spcPts val="0"/>
              </a:spcBef>
              <a:buNone/>
              <a:defRPr b="0" i="0" sz="900">
                <a:solidFill>
                  <a:srgbClr val="00625F"/>
                </a:solidFill>
                <a:latin typeface="Trebuchet MS"/>
                <a:ea typeface="Trebuchet MS"/>
                <a:cs typeface="Trebuchet MS"/>
                <a:sym typeface="Trebuchet MS"/>
              </a:defRPr>
            </a:lvl8pPr>
            <a:lvl9pPr indent="0" lvl="8" marL="38100">
              <a:lnSpc>
                <a:spcPct val="100000"/>
              </a:lnSpc>
              <a:spcBef>
                <a:spcPts val="0"/>
              </a:spcBef>
              <a:buNone/>
              <a:defRPr b="0" i="0" sz="900">
                <a:solidFill>
                  <a:srgbClr val="00625F"/>
                </a:solidFill>
                <a:latin typeface="Trebuchet MS"/>
                <a:ea typeface="Trebuchet MS"/>
                <a:cs typeface="Trebuchet MS"/>
                <a:sym typeface="Trebuchet MS"/>
              </a:defRPr>
            </a:lvl9pPr>
          </a:lstStyle>
          <a:p>
            <a:pPr indent="0" lvl="0" marL="38100" rtl="0" algn="l">
              <a:spcBef>
                <a:spcPts val="0"/>
              </a:spcBef>
              <a:spcAft>
                <a:spcPts val="0"/>
              </a:spcAft>
              <a:buNone/>
            </a:pPr>
            <a:fld id="{00000000-1234-1234-1234-123412341234}" type="slidenum">
              <a:rPr lang="en-US"/>
              <a:t>‹#›</a:t>
            </a:fld>
            <a:r>
              <a:rPr lang="en-US"/>
              <a:t>  Farm Management Information Systems (FMIS)</a:t>
            </a:r>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p:cSld name="Title Only">
    <p:spTree>
      <p:nvGrpSpPr>
        <p:cNvPr id="38" name="Shape 38"/>
        <p:cNvGrpSpPr/>
        <p:nvPr/>
      </p:nvGrpSpPr>
      <p:grpSpPr>
        <a:xfrm>
          <a:off x="0" y="0"/>
          <a:ext cx="0" cy="0"/>
          <a:chOff x="0" y="0"/>
          <a:chExt cx="0" cy="0"/>
        </a:xfrm>
      </p:grpSpPr>
      <p:sp>
        <p:nvSpPr>
          <p:cNvPr id="39" name="Google Shape;39;p17"/>
          <p:cNvSpPr txBox="1"/>
          <p:nvPr>
            <p:ph type="title"/>
          </p:nvPr>
        </p:nvSpPr>
        <p:spPr>
          <a:xfrm>
            <a:off x="527300" y="487174"/>
            <a:ext cx="7592059" cy="1057275"/>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b="1" i="0" sz="3600">
                <a:solidFill>
                  <a:srgbClr val="00625F"/>
                </a:solidFill>
                <a:latin typeface="Tahoma"/>
                <a:ea typeface="Tahoma"/>
                <a:cs typeface="Tahoma"/>
                <a:sym typeface="Tahoma"/>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0" name="Google Shape;40;p17"/>
          <p:cNvSpPr txBox="1"/>
          <p:nvPr>
            <p:ph idx="11" type="ftr"/>
          </p:nvPr>
        </p:nvSpPr>
        <p:spPr>
          <a:xfrm>
            <a:off x="3635756" y="7033450"/>
            <a:ext cx="3421888" cy="378142"/>
          </a:xfrm>
          <a:prstGeom prst="rect">
            <a:avLst/>
          </a:prstGeom>
          <a:noFill/>
          <a:ln>
            <a:noFill/>
          </a:ln>
        </p:spPr>
        <p:txBody>
          <a:bodyPr anchorCtr="0" anchor="t" bIns="0" lIns="0" spcFirstLastPara="1" rIns="0" wrap="square" tIns="0">
            <a:spAutoFit/>
          </a:bodyPr>
          <a:lstStyle>
            <a:lvl1pPr lvl="0" algn="ctr">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1" name="Google Shape;41;p17"/>
          <p:cNvSpPr txBox="1"/>
          <p:nvPr>
            <p:ph idx="10" type="dt"/>
          </p:nvPr>
        </p:nvSpPr>
        <p:spPr>
          <a:xfrm>
            <a:off x="534670" y="7033450"/>
            <a:ext cx="2459482" cy="378142"/>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2" name="Google Shape;42;p17"/>
          <p:cNvSpPr txBox="1"/>
          <p:nvPr>
            <p:ph idx="12" type="sldNum"/>
          </p:nvPr>
        </p:nvSpPr>
        <p:spPr>
          <a:xfrm>
            <a:off x="501900" y="7055043"/>
            <a:ext cx="2872104" cy="167640"/>
          </a:xfrm>
          <a:prstGeom prst="rect">
            <a:avLst/>
          </a:prstGeom>
          <a:noFill/>
          <a:ln>
            <a:noFill/>
          </a:ln>
        </p:spPr>
        <p:txBody>
          <a:bodyPr anchorCtr="0" anchor="t" bIns="0" lIns="0" spcFirstLastPara="1" rIns="0" wrap="square" tIns="0">
            <a:spAutoFit/>
          </a:bodyPr>
          <a:lstStyle>
            <a:lvl1pPr indent="0" lvl="0" marL="38100">
              <a:lnSpc>
                <a:spcPct val="100000"/>
              </a:lnSpc>
              <a:spcBef>
                <a:spcPts val="0"/>
              </a:spcBef>
              <a:buNone/>
              <a:defRPr b="0" i="0" sz="900">
                <a:solidFill>
                  <a:srgbClr val="00625F"/>
                </a:solidFill>
                <a:latin typeface="Trebuchet MS"/>
                <a:ea typeface="Trebuchet MS"/>
                <a:cs typeface="Trebuchet MS"/>
                <a:sym typeface="Trebuchet MS"/>
              </a:defRPr>
            </a:lvl1pPr>
            <a:lvl2pPr indent="0" lvl="1" marL="38100">
              <a:lnSpc>
                <a:spcPct val="100000"/>
              </a:lnSpc>
              <a:spcBef>
                <a:spcPts val="0"/>
              </a:spcBef>
              <a:buNone/>
              <a:defRPr b="0" i="0" sz="900">
                <a:solidFill>
                  <a:srgbClr val="00625F"/>
                </a:solidFill>
                <a:latin typeface="Trebuchet MS"/>
                <a:ea typeface="Trebuchet MS"/>
                <a:cs typeface="Trebuchet MS"/>
                <a:sym typeface="Trebuchet MS"/>
              </a:defRPr>
            </a:lvl2pPr>
            <a:lvl3pPr indent="0" lvl="2" marL="38100">
              <a:lnSpc>
                <a:spcPct val="100000"/>
              </a:lnSpc>
              <a:spcBef>
                <a:spcPts val="0"/>
              </a:spcBef>
              <a:buNone/>
              <a:defRPr b="0" i="0" sz="900">
                <a:solidFill>
                  <a:srgbClr val="00625F"/>
                </a:solidFill>
                <a:latin typeface="Trebuchet MS"/>
                <a:ea typeface="Trebuchet MS"/>
                <a:cs typeface="Trebuchet MS"/>
                <a:sym typeface="Trebuchet MS"/>
              </a:defRPr>
            </a:lvl3pPr>
            <a:lvl4pPr indent="0" lvl="3" marL="38100">
              <a:lnSpc>
                <a:spcPct val="100000"/>
              </a:lnSpc>
              <a:spcBef>
                <a:spcPts val="0"/>
              </a:spcBef>
              <a:buNone/>
              <a:defRPr b="0" i="0" sz="900">
                <a:solidFill>
                  <a:srgbClr val="00625F"/>
                </a:solidFill>
                <a:latin typeface="Trebuchet MS"/>
                <a:ea typeface="Trebuchet MS"/>
                <a:cs typeface="Trebuchet MS"/>
                <a:sym typeface="Trebuchet MS"/>
              </a:defRPr>
            </a:lvl4pPr>
            <a:lvl5pPr indent="0" lvl="4" marL="38100">
              <a:lnSpc>
                <a:spcPct val="100000"/>
              </a:lnSpc>
              <a:spcBef>
                <a:spcPts val="0"/>
              </a:spcBef>
              <a:buNone/>
              <a:defRPr b="0" i="0" sz="900">
                <a:solidFill>
                  <a:srgbClr val="00625F"/>
                </a:solidFill>
                <a:latin typeface="Trebuchet MS"/>
                <a:ea typeface="Trebuchet MS"/>
                <a:cs typeface="Trebuchet MS"/>
                <a:sym typeface="Trebuchet MS"/>
              </a:defRPr>
            </a:lvl5pPr>
            <a:lvl6pPr indent="0" lvl="5" marL="38100">
              <a:lnSpc>
                <a:spcPct val="100000"/>
              </a:lnSpc>
              <a:spcBef>
                <a:spcPts val="0"/>
              </a:spcBef>
              <a:buNone/>
              <a:defRPr b="0" i="0" sz="900">
                <a:solidFill>
                  <a:srgbClr val="00625F"/>
                </a:solidFill>
                <a:latin typeface="Trebuchet MS"/>
                <a:ea typeface="Trebuchet MS"/>
                <a:cs typeface="Trebuchet MS"/>
                <a:sym typeface="Trebuchet MS"/>
              </a:defRPr>
            </a:lvl6pPr>
            <a:lvl7pPr indent="0" lvl="6" marL="38100">
              <a:lnSpc>
                <a:spcPct val="100000"/>
              </a:lnSpc>
              <a:spcBef>
                <a:spcPts val="0"/>
              </a:spcBef>
              <a:buNone/>
              <a:defRPr b="0" i="0" sz="900">
                <a:solidFill>
                  <a:srgbClr val="00625F"/>
                </a:solidFill>
                <a:latin typeface="Trebuchet MS"/>
                <a:ea typeface="Trebuchet MS"/>
                <a:cs typeface="Trebuchet MS"/>
                <a:sym typeface="Trebuchet MS"/>
              </a:defRPr>
            </a:lvl7pPr>
            <a:lvl8pPr indent="0" lvl="7" marL="38100">
              <a:lnSpc>
                <a:spcPct val="100000"/>
              </a:lnSpc>
              <a:spcBef>
                <a:spcPts val="0"/>
              </a:spcBef>
              <a:buNone/>
              <a:defRPr b="0" i="0" sz="900">
                <a:solidFill>
                  <a:srgbClr val="00625F"/>
                </a:solidFill>
                <a:latin typeface="Trebuchet MS"/>
                <a:ea typeface="Trebuchet MS"/>
                <a:cs typeface="Trebuchet MS"/>
                <a:sym typeface="Trebuchet MS"/>
              </a:defRPr>
            </a:lvl8pPr>
            <a:lvl9pPr indent="0" lvl="8" marL="38100">
              <a:lnSpc>
                <a:spcPct val="100000"/>
              </a:lnSpc>
              <a:spcBef>
                <a:spcPts val="0"/>
              </a:spcBef>
              <a:buNone/>
              <a:defRPr b="0" i="0" sz="900">
                <a:solidFill>
                  <a:srgbClr val="00625F"/>
                </a:solidFill>
                <a:latin typeface="Trebuchet MS"/>
                <a:ea typeface="Trebuchet MS"/>
                <a:cs typeface="Trebuchet MS"/>
                <a:sym typeface="Trebuchet MS"/>
              </a:defRPr>
            </a:lvl9pPr>
          </a:lstStyle>
          <a:p>
            <a:pPr indent="0" lvl="0" marL="38100" rtl="0" algn="l">
              <a:spcBef>
                <a:spcPts val="0"/>
              </a:spcBef>
              <a:spcAft>
                <a:spcPts val="0"/>
              </a:spcAft>
              <a:buNone/>
            </a:pPr>
            <a:fld id="{00000000-1234-1234-1234-123412341234}" type="slidenum">
              <a:rPr lang="en-US"/>
              <a:t>‹#›</a:t>
            </a:fld>
            <a:r>
              <a:rPr lang="en-US"/>
              <a:t>  Farm Management Information Systems (FMIS)</a:t>
            </a:r>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12"/>
          <p:cNvSpPr txBox="1"/>
          <p:nvPr>
            <p:ph type="title"/>
          </p:nvPr>
        </p:nvSpPr>
        <p:spPr>
          <a:xfrm>
            <a:off x="527300" y="487174"/>
            <a:ext cx="7592059" cy="1057275"/>
          </a:xfrm>
          <a:prstGeom prst="rect">
            <a:avLst/>
          </a:prstGeom>
          <a:noFill/>
          <a:ln>
            <a:noFill/>
          </a:ln>
        </p:spPr>
        <p:txBody>
          <a:bodyPr anchorCtr="0" anchor="t" bIns="0" lIns="0" spcFirstLastPara="1" rIns="0" wrap="square" tIns="0">
            <a:spAutoFit/>
          </a:bodyPr>
          <a:lstStyle>
            <a:lvl1pPr lvl="0" marR="0" rtl="0" algn="l">
              <a:spcBef>
                <a:spcPts val="0"/>
              </a:spcBef>
              <a:spcAft>
                <a:spcPts val="0"/>
              </a:spcAft>
              <a:buSzPts val="1400"/>
              <a:buNone/>
              <a:defRPr b="1" i="0" sz="3600" u="none" cap="none" strike="noStrike">
                <a:solidFill>
                  <a:srgbClr val="00625F"/>
                </a:solidFill>
                <a:latin typeface="Tahoma"/>
                <a:ea typeface="Tahoma"/>
                <a:cs typeface="Tahoma"/>
                <a:sym typeface="Tahoma"/>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1" name="Google Shape;11;p12"/>
          <p:cNvSpPr txBox="1"/>
          <p:nvPr>
            <p:ph idx="1" type="body"/>
          </p:nvPr>
        </p:nvSpPr>
        <p:spPr>
          <a:xfrm>
            <a:off x="3642503" y="2615366"/>
            <a:ext cx="4629784" cy="2195829"/>
          </a:xfrm>
          <a:prstGeom prst="rect">
            <a:avLst/>
          </a:prstGeom>
          <a:noFill/>
          <a:ln>
            <a:noFill/>
          </a:ln>
        </p:spPr>
        <p:txBody>
          <a:bodyPr anchorCtr="0" anchor="t" bIns="0" lIns="0" spcFirstLastPara="1" rIns="0" wrap="square" tIns="0">
            <a:spAutoFit/>
          </a:bodyPr>
          <a:lstStyle>
            <a:lvl1pPr indent="-228600" lvl="0" marL="457200" marR="0" rtl="0" algn="l">
              <a:spcBef>
                <a:spcPts val="0"/>
              </a:spcBef>
              <a:spcAft>
                <a:spcPts val="0"/>
              </a:spcAft>
              <a:buSzPts val="1400"/>
              <a:buNone/>
              <a:defRPr b="0" i="0" sz="1150" u="none" cap="none" strike="noStrike">
                <a:solidFill>
                  <a:srgbClr val="00625F"/>
                </a:solidFill>
                <a:latin typeface="Tahoma"/>
                <a:ea typeface="Tahoma"/>
                <a:cs typeface="Tahoma"/>
                <a:sym typeface="Tahoma"/>
              </a:defRPr>
            </a:lvl1pPr>
            <a:lvl2pPr indent="-228600" lvl="1" marL="914400" marR="0" rtl="0" algn="l">
              <a:spcBef>
                <a:spcPts val="0"/>
              </a:spcBef>
              <a:spcAft>
                <a:spcPts val="0"/>
              </a:spcAft>
              <a:buSzPts val="1400"/>
              <a:buNone/>
              <a:defRPr b="0" i="0" sz="1800" u="none" cap="none" strike="noStrike">
                <a:latin typeface="Calibri"/>
                <a:ea typeface="Calibri"/>
                <a:cs typeface="Calibri"/>
                <a:sym typeface="Calibri"/>
              </a:defRPr>
            </a:lvl2pPr>
            <a:lvl3pPr indent="-228600" lvl="2" marL="1371600" marR="0" rtl="0" algn="l">
              <a:spcBef>
                <a:spcPts val="0"/>
              </a:spcBef>
              <a:spcAft>
                <a:spcPts val="0"/>
              </a:spcAft>
              <a:buSzPts val="1400"/>
              <a:buNone/>
              <a:defRPr b="0" i="0" sz="1800" u="none" cap="none" strike="noStrike">
                <a:latin typeface="Calibri"/>
                <a:ea typeface="Calibri"/>
                <a:cs typeface="Calibri"/>
                <a:sym typeface="Calibri"/>
              </a:defRPr>
            </a:lvl3pPr>
            <a:lvl4pPr indent="-228600" lvl="3" marL="1828800" marR="0" rtl="0" algn="l">
              <a:spcBef>
                <a:spcPts val="0"/>
              </a:spcBef>
              <a:spcAft>
                <a:spcPts val="0"/>
              </a:spcAft>
              <a:buSzPts val="1400"/>
              <a:buNone/>
              <a:defRPr b="0" i="0" sz="1800" u="none" cap="none" strike="noStrike">
                <a:latin typeface="Calibri"/>
                <a:ea typeface="Calibri"/>
                <a:cs typeface="Calibri"/>
                <a:sym typeface="Calibri"/>
              </a:defRPr>
            </a:lvl4pPr>
            <a:lvl5pPr indent="-228600" lvl="4" marL="2286000" marR="0" rtl="0" algn="l">
              <a:spcBef>
                <a:spcPts val="0"/>
              </a:spcBef>
              <a:spcAft>
                <a:spcPts val="0"/>
              </a:spcAft>
              <a:buSzPts val="1400"/>
              <a:buNone/>
              <a:defRPr b="0" i="0" sz="1800" u="none" cap="none" strike="noStrike">
                <a:latin typeface="Calibri"/>
                <a:ea typeface="Calibri"/>
                <a:cs typeface="Calibri"/>
                <a:sym typeface="Calibri"/>
              </a:defRPr>
            </a:lvl5pPr>
            <a:lvl6pPr indent="-228600" lvl="5" marL="2743200" marR="0" rtl="0" algn="l">
              <a:spcBef>
                <a:spcPts val="0"/>
              </a:spcBef>
              <a:spcAft>
                <a:spcPts val="0"/>
              </a:spcAft>
              <a:buSzPts val="1400"/>
              <a:buNone/>
              <a:defRPr b="0" i="0" sz="1800" u="none" cap="none" strike="noStrike">
                <a:latin typeface="Calibri"/>
                <a:ea typeface="Calibri"/>
                <a:cs typeface="Calibri"/>
                <a:sym typeface="Calibri"/>
              </a:defRPr>
            </a:lvl6pPr>
            <a:lvl7pPr indent="-228600" lvl="6" marL="3200400" marR="0" rtl="0" algn="l">
              <a:spcBef>
                <a:spcPts val="0"/>
              </a:spcBef>
              <a:spcAft>
                <a:spcPts val="0"/>
              </a:spcAft>
              <a:buSzPts val="1400"/>
              <a:buNone/>
              <a:defRPr b="0" i="0" sz="1800" u="none" cap="none" strike="noStrike">
                <a:latin typeface="Calibri"/>
                <a:ea typeface="Calibri"/>
                <a:cs typeface="Calibri"/>
                <a:sym typeface="Calibri"/>
              </a:defRPr>
            </a:lvl7pPr>
            <a:lvl8pPr indent="-228600" lvl="7" marL="3657600" marR="0" rtl="0" algn="l">
              <a:spcBef>
                <a:spcPts val="0"/>
              </a:spcBef>
              <a:spcAft>
                <a:spcPts val="0"/>
              </a:spcAft>
              <a:buSzPts val="1400"/>
              <a:buNone/>
              <a:defRPr b="0" i="0" sz="1800" u="none" cap="none" strike="noStrike">
                <a:latin typeface="Calibri"/>
                <a:ea typeface="Calibri"/>
                <a:cs typeface="Calibri"/>
                <a:sym typeface="Calibri"/>
              </a:defRPr>
            </a:lvl8pPr>
            <a:lvl9pPr indent="-228600" lvl="8" marL="4114800" marR="0" rtl="0" algn="l">
              <a:spcBef>
                <a:spcPts val="0"/>
              </a:spcBef>
              <a:spcAft>
                <a:spcPts val="0"/>
              </a:spcAft>
              <a:buSzPts val="1400"/>
              <a:buNone/>
              <a:defRPr b="0" i="0" sz="1800" u="none" cap="none" strike="noStrike">
                <a:latin typeface="Calibri"/>
                <a:ea typeface="Calibri"/>
                <a:cs typeface="Calibri"/>
                <a:sym typeface="Calibri"/>
              </a:defRPr>
            </a:lvl9pPr>
          </a:lstStyle>
          <a:p/>
        </p:txBody>
      </p:sp>
      <p:sp>
        <p:nvSpPr>
          <p:cNvPr id="12" name="Google Shape;12;p12"/>
          <p:cNvSpPr txBox="1"/>
          <p:nvPr>
            <p:ph idx="11" type="ftr"/>
          </p:nvPr>
        </p:nvSpPr>
        <p:spPr>
          <a:xfrm>
            <a:off x="3635756" y="7033450"/>
            <a:ext cx="3421888" cy="378142"/>
          </a:xfrm>
          <a:prstGeom prst="rect">
            <a:avLst/>
          </a:prstGeom>
          <a:noFill/>
          <a:ln>
            <a:noFill/>
          </a:ln>
        </p:spPr>
        <p:txBody>
          <a:bodyPr anchorCtr="0" anchor="t" bIns="0" lIns="0" spcFirstLastPara="1" rIns="0" wrap="square" tIns="0">
            <a:spAutoFit/>
          </a:bodyPr>
          <a:lstStyle>
            <a:lvl1pPr lvl="0" algn="ctr">
              <a:spcBef>
                <a:spcPts val="0"/>
              </a:spcBef>
              <a:spcAft>
                <a:spcPts val="0"/>
              </a:spcAft>
              <a:buSzPts val="1400"/>
              <a:buNone/>
              <a:defRPr sz="1800">
                <a:solidFill>
                  <a:srgbClr val="888888"/>
                </a:solidFil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3" name="Google Shape;13;p12"/>
          <p:cNvSpPr txBox="1"/>
          <p:nvPr>
            <p:ph idx="10" type="dt"/>
          </p:nvPr>
        </p:nvSpPr>
        <p:spPr>
          <a:xfrm>
            <a:off x="534670" y="7033450"/>
            <a:ext cx="2459482" cy="378142"/>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sz="1800">
                <a:solidFill>
                  <a:srgbClr val="888888"/>
                </a:solidFil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4" name="Google Shape;14;p12"/>
          <p:cNvSpPr txBox="1"/>
          <p:nvPr>
            <p:ph idx="12" type="sldNum"/>
          </p:nvPr>
        </p:nvSpPr>
        <p:spPr>
          <a:xfrm>
            <a:off x="501900" y="7055043"/>
            <a:ext cx="2872104" cy="167640"/>
          </a:xfrm>
          <a:prstGeom prst="rect">
            <a:avLst/>
          </a:prstGeom>
          <a:noFill/>
          <a:ln>
            <a:noFill/>
          </a:ln>
        </p:spPr>
        <p:txBody>
          <a:bodyPr anchorCtr="0" anchor="t" bIns="0" lIns="0" spcFirstLastPara="1" rIns="0" wrap="square" tIns="0">
            <a:spAutoFit/>
          </a:bodyPr>
          <a:lstStyle>
            <a:lvl1pPr indent="0" lvl="0" marL="38100">
              <a:lnSpc>
                <a:spcPct val="100000"/>
              </a:lnSpc>
              <a:spcBef>
                <a:spcPts val="0"/>
              </a:spcBef>
              <a:buNone/>
              <a:defRPr b="0" i="0" sz="900">
                <a:solidFill>
                  <a:srgbClr val="00625F"/>
                </a:solidFill>
                <a:latin typeface="Trebuchet MS"/>
                <a:ea typeface="Trebuchet MS"/>
                <a:cs typeface="Trebuchet MS"/>
                <a:sym typeface="Trebuchet MS"/>
              </a:defRPr>
            </a:lvl1pPr>
            <a:lvl2pPr indent="0" lvl="1" marL="38100">
              <a:lnSpc>
                <a:spcPct val="100000"/>
              </a:lnSpc>
              <a:spcBef>
                <a:spcPts val="0"/>
              </a:spcBef>
              <a:buNone/>
              <a:defRPr b="0" i="0" sz="900">
                <a:solidFill>
                  <a:srgbClr val="00625F"/>
                </a:solidFill>
                <a:latin typeface="Trebuchet MS"/>
                <a:ea typeface="Trebuchet MS"/>
                <a:cs typeface="Trebuchet MS"/>
                <a:sym typeface="Trebuchet MS"/>
              </a:defRPr>
            </a:lvl2pPr>
            <a:lvl3pPr indent="0" lvl="2" marL="38100">
              <a:lnSpc>
                <a:spcPct val="100000"/>
              </a:lnSpc>
              <a:spcBef>
                <a:spcPts val="0"/>
              </a:spcBef>
              <a:buNone/>
              <a:defRPr b="0" i="0" sz="900">
                <a:solidFill>
                  <a:srgbClr val="00625F"/>
                </a:solidFill>
                <a:latin typeface="Trebuchet MS"/>
                <a:ea typeface="Trebuchet MS"/>
                <a:cs typeface="Trebuchet MS"/>
                <a:sym typeface="Trebuchet MS"/>
              </a:defRPr>
            </a:lvl3pPr>
            <a:lvl4pPr indent="0" lvl="3" marL="38100">
              <a:lnSpc>
                <a:spcPct val="100000"/>
              </a:lnSpc>
              <a:spcBef>
                <a:spcPts val="0"/>
              </a:spcBef>
              <a:buNone/>
              <a:defRPr b="0" i="0" sz="900">
                <a:solidFill>
                  <a:srgbClr val="00625F"/>
                </a:solidFill>
                <a:latin typeface="Trebuchet MS"/>
                <a:ea typeface="Trebuchet MS"/>
                <a:cs typeface="Trebuchet MS"/>
                <a:sym typeface="Trebuchet MS"/>
              </a:defRPr>
            </a:lvl4pPr>
            <a:lvl5pPr indent="0" lvl="4" marL="38100">
              <a:lnSpc>
                <a:spcPct val="100000"/>
              </a:lnSpc>
              <a:spcBef>
                <a:spcPts val="0"/>
              </a:spcBef>
              <a:buNone/>
              <a:defRPr b="0" i="0" sz="900">
                <a:solidFill>
                  <a:srgbClr val="00625F"/>
                </a:solidFill>
                <a:latin typeface="Trebuchet MS"/>
                <a:ea typeface="Trebuchet MS"/>
                <a:cs typeface="Trebuchet MS"/>
                <a:sym typeface="Trebuchet MS"/>
              </a:defRPr>
            </a:lvl5pPr>
            <a:lvl6pPr indent="0" lvl="5" marL="38100">
              <a:lnSpc>
                <a:spcPct val="100000"/>
              </a:lnSpc>
              <a:spcBef>
                <a:spcPts val="0"/>
              </a:spcBef>
              <a:buNone/>
              <a:defRPr b="0" i="0" sz="900">
                <a:solidFill>
                  <a:srgbClr val="00625F"/>
                </a:solidFill>
                <a:latin typeface="Trebuchet MS"/>
                <a:ea typeface="Trebuchet MS"/>
                <a:cs typeface="Trebuchet MS"/>
                <a:sym typeface="Trebuchet MS"/>
              </a:defRPr>
            </a:lvl6pPr>
            <a:lvl7pPr indent="0" lvl="6" marL="38100">
              <a:lnSpc>
                <a:spcPct val="100000"/>
              </a:lnSpc>
              <a:spcBef>
                <a:spcPts val="0"/>
              </a:spcBef>
              <a:buNone/>
              <a:defRPr b="0" i="0" sz="900">
                <a:solidFill>
                  <a:srgbClr val="00625F"/>
                </a:solidFill>
                <a:latin typeface="Trebuchet MS"/>
                <a:ea typeface="Trebuchet MS"/>
                <a:cs typeface="Trebuchet MS"/>
                <a:sym typeface="Trebuchet MS"/>
              </a:defRPr>
            </a:lvl7pPr>
            <a:lvl8pPr indent="0" lvl="7" marL="38100">
              <a:lnSpc>
                <a:spcPct val="100000"/>
              </a:lnSpc>
              <a:spcBef>
                <a:spcPts val="0"/>
              </a:spcBef>
              <a:buNone/>
              <a:defRPr b="0" i="0" sz="900">
                <a:solidFill>
                  <a:srgbClr val="00625F"/>
                </a:solidFill>
                <a:latin typeface="Trebuchet MS"/>
                <a:ea typeface="Trebuchet MS"/>
                <a:cs typeface="Trebuchet MS"/>
                <a:sym typeface="Trebuchet MS"/>
              </a:defRPr>
            </a:lvl8pPr>
            <a:lvl9pPr indent="0" lvl="8" marL="38100">
              <a:lnSpc>
                <a:spcPct val="100000"/>
              </a:lnSpc>
              <a:spcBef>
                <a:spcPts val="0"/>
              </a:spcBef>
              <a:buNone/>
              <a:defRPr b="0" i="0" sz="900">
                <a:solidFill>
                  <a:srgbClr val="00625F"/>
                </a:solidFill>
                <a:latin typeface="Trebuchet MS"/>
                <a:ea typeface="Trebuchet MS"/>
                <a:cs typeface="Trebuchet MS"/>
                <a:sym typeface="Trebuchet MS"/>
              </a:defRPr>
            </a:lvl9pPr>
          </a:lstStyle>
          <a:p>
            <a:pPr indent="0" lvl="0" marL="38100" rtl="0" algn="l">
              <a:spcBef>
                <a:spcPts val="0"/>
              </a:spcBef>
              <a:spcAft>
                <a:spcPts val="0"/>
              </a:spcAft>
              <a:buNone/>
            </a:pPr>
            <a:fld id="{00000000-1234-1234-1234-123412341234}" type="slidenum">
              <a:rPr lang="en-US"/>
              <a:t>‹#›</a:t>
            </a:fld>
            <a:r>
              <a:rPr lang="en-US"/>
              <a:t>  Farm Management Information Systems (FMIS)</a:t>
            </a:r>
            <a:endParaRPr sz="1400">
              <a:solidFill>
                <a:srgbClr val="000000"/>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 Id="rId4" Type="http://schemas.openxmlformats.org/officeDocument/2006/relationships/image" Target="../media/image2.png"/><Relationship Id="rId10" Type="http://schemas.openxmlformats.org/officeDocument/2006/relationships/image" Target="../media/image6.png"/><Relationship Id="rId9" Type="http://schemas.openxmlformats.org/officeDocument/2006/relationships/image" Target="../media/image5.png"/><Relationship Id="rId5" Type="http://schemas.openxmlformats.org/officeDocument/2006/relationships/image" Target="../media/image3.png"/><Relationship Id="rId6" Type="http://schemas.openxmlformats.org/officeDocument/2006/relationships/image" Target="../media/image4.png"/><Relationship Id="rId7" Type="http://schemas.openxmlformats.org/officeDocument/2006/relationships/hyperlink" Target="https://abwalfdlrmdan128.github.io/Home-Page-Design/html/" TargetMode="External"/><Relationship Id="rId8" Type="http://schemas.openxmlformats.org/officeDocument/2006/relationships/hyperlink" Target="https://abwalfdlrmdan128.github.io/Home-Page-Design/html/" TargetMode="Externa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7.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9.png"/><Relationship Id="rId4" Type="http://schemas.openxmlformats.org/officeDocument/2006/relationships/image" Target="../media/image8.png"/><Relationship Id="rId5" Type="http://schemas.openxmlformats.org/officeDocument/2006/relationships/image" Target="../media/image10.png"/><Relationship Id="rId6" Type="http://schemas.openxmlformats.org/officeDocument/2006/relationships/image" Target="../media/image11.png"/><Relationship Id="rId7" Type="http://schemas.openxmlformats.org/officeDocument/2006/relationships/image" Target="../media/image1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13.png"/><Relationship Id="rId4" Type="http://schemas.openxmlformats.org/officeDocument/2006/relationships/image" Target="../media/image14.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9.png"/><Relationship Id="rId4" Type="http://schemas.openxmlformats.org/officeDocument/2006/relationships/image" Target="../media/image8.png"/><Relationship Id="rId5" Type="http://schemas.openxmlformats.org/officeDocument/2006/relationships/image" Target="../media/image10.png"/><Relationship Id="rId6" Type="http://schemas.openxmlformats.org/officeDocument/2006/relationships/image" Target="../media/image11.png"/><Relationship Id="rId7" Type="http://schemas.openxmlformats.org/officeDocument/2006/relationships/image" Target="../media/image19.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13.png"/><Relationship Id="rId4" Type="http://schemas.openxmlformats.org/officeDocument/2006/relationships/image" Target="../media/image2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9.png"/><Relationship Id="rId4" Type="http://schemas.openxmlformats.org/officeDocument/2006/relationships/image" Target="../media/image8.png"/><Relationship Id="rId5" Type="http://schemas.openxmlformats.org/officeDocument/2006/relationships/image" Target="../media/image10.png"/><Relationship Id="rId6" Type="http://schemas.openxmlformats.org/officeDocument/2006/relationships/image" Target="../media/image1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13.png"/><Relationship Id="rId4" Type="http://schemas.openxmlformats.org/officeDocument/2006/relationships/image" Target="../media/image22.jp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9.png"/><Relationship Id="rId4" Type="http://schemas.openxmlformats.org/officeDocument/2006/relationships/image" Target="../media/image8.png"/><Relationship Id="rId9" Type="http://schemas.openxmlformats.org/officeDocument/2006/relationships/image" Target="../media/image25.jpg"/><Relationship Id="rId5" Type="http://schemas.openxmlformats.org/officeDocument/2006/relationships/image" Target="../media/image10.png"/><Relationship Id="rId6" Type="http://schemas.openxmlformats.org/officeDocument/2006/relationships/image" Target="../media/image11.png"/><Relationship Id="rId7" Type="http://schemas.openxmlformats.org/officeDocument/2006/relationships/image" Target="../media/image24.jpg"/><Relationship Id="rId8" Type="http://schemas.openxmlformats.org/officeDocument/2006/relationships/image" Target="../media/image23.jp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13.png"/><Relationship Id="rId4" Type="http://schemas.openxmlformats.org/officeDocument/2006/relationships/image" Target="../media/image26.jp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9.png"/><Relationship Id="rId4" Type="http://schemas.openxmlformats.org/officeDocument/2006/relationships/image" Target="../media/image8.png"/><Relationship Id="rId5" Type="http://schemas.openxmlformats.org/officeDocument/2006/relationships/image" Target="../media/image10.png"/><Relationship Id="rId6" Type="http://schemas.openxmlformats.org/officeDocument/2006/relationships/image" Target="../media/image11.png"/><Relationship Id="rId7" Type="http://schemas.openxmlformats.org/officeDocument/2006/relationships/image" Target="../media/image27.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47" name="Shape 47"/>
        <p:cNvGrpSpPr/>
        <p:nvPr/>
      </p:nvGrpSpPr>
      <p:grpSpPr>
        <a:xfrm>
          <a:off x="0" y="0"/>
          <a:ext cx="0" cy="0"/>
          <a:chOff x="0" y="0"/>
          <a:chExt cx="0" cy="0"/>
        </a:xfrm>
      </p:grpSpPr>
      <p:sp>
        <p:nvSpPr>
          <p:cNvPr id="48" name="Google Shape;48;p1"/>
          <p:cNvSpPr/>
          <p:nvPr/>
        </p:nvSpPr>
        <p:spPr>
          <a:xfrm>
            <a:off x="0" y="12"/>
            <a:ext cx="10692130" cy="7560309"/>
          </a:xfrm>
          <a:custGeom>
            <a:rect b="b" l="l" r="r" t="t"/>
            <a:pathLst>
              <a:path extrusionOk="0" h="7560309" w="10692130">
                <a:moveTo>
                  <a:pt x="10692003" y="0"/>
                </a:moveTo>
                <a:lnTo>
                  <a:pt x="0" y="0"/>
                </a:lnTo>
                <a:lnTo>
                  <a:pt x="0" y="7559992"/>
                </a:lnTo>
                <a:lnTo>
                  <a:pt x="10692003" y="7559992"/>
                </a:lnTo>
                <a:lnTo>
                  <a:pt x="10692003" y="0"/>
                </a:lnTo>
                <a:close/>
              </a:path>
            </a:pathLst>
          </a:custGeom>
          <a:solidFill>
            <a:srgbClr val="00625F"/>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grpSp>
        <p:nvGrpSpPr>
          <p:cNvPr id="49" name="Google Shape;49;p1"/>
          <p:cNvGrpSpPr/>
          <p:nvPr/>
        </p:nvGrpSpPr>
        <p:grpSpPr>
          <a:xfrm>
            <a:off x="0" y="12"/>
            <a:ext cx="10692002" cy="7559992"/>
            <a:chOff x="0" y="12"/>
            <a:chExt cx="10692002" cy="7559992"/>
          </a:xfrm>
        </p:grpSpPr>
        <p:pic>
          <p:nvPicPr>
            <p:cNvPr id="50" name="Google Shape;50;p1"/>
            <p:cNvPicPr preferRelativeResize="0"/>
            <p:nvPr/>
          </p:nvPicPr>
          <p:blipFill rotWithShape="1">
            <a:blip r:embed="rId3">
              <a:alphaModFix/>
            </a:blip>
            <a:srcRect b="0" l="0" r="0" t="0"/>
            <a:stretch/>
          </p:blipFill>
          <p:spPr>
            <a:xfrm>
              <a:off x="1209928" y="4465535"/>
              <a:ext cx="9482074" cy="3094469"/>
            </a:xfrm>
            <a:prstGeom prst="rect">
              <a:avLst/>
            </a:prstGeom>
            <a:noFill/>
            <a:ln>
              <a:noFill/>
            </a:ln>
          </p:spPr>
        </p:pic>
        <p:pic>
          <p:nvPicPr>
            <p:cNvPr id="51" name="Google Shape;51;p1"/>
            <p:cNvPicPr preferRelativeResize="0"/>
            <p:nvPr/>
          </p:nvPicPr>
          <p:blipFill rotWithShape="1">
            <a:blip r:embed="rId4">
              <a:alphaModFix/>
            </a:blip>
            <a:srcRect b="0" l="0" r="0" t="0"/>
            <a:stretch/>
          </p:blipFill>
          <p:spPr>
            <a:xfrm>
              <a:off x="0" y="12"/>
              <a:ext cx="1217028" cy="7559992"/>
            </a:xfrm>
            <a:prstGeom prst="rect">
              <a:avLst/>
            </a:prstGeom>
            <a:noFill/>
            <a:ln>
              <a:noFill/>
            </a:ln>
          </p:spPr>
        </p:pic>
        <p:pic>
          <p:nvPicPr>
            <p:cNvPr id="52" name="Google Shape;52;p1"/>
            <p:cNvPicPr preferRelativeResize="0"/>
            <p:nvPr/>
          </p:nvPicPr>
          <p:blipFill rotWithShape="1">
            <a:blip r:embed="rId5">
              <a:alphaModFix/>
            </a:blip>
            <a:srcRect b="0" l="0" r="0" t="0"/>
            <a:stretch/>
          </p:blipFill>
          <p:spPr>
            <a:xfrm>
              <a:off x="1209928" y="1253147"/>
              <a:ext cx="9482074" cy="3219602"/>
            </a:xfrm>
            <a:prstGeom prst="rect">
              <a:avLst/>
            </a:prstGeom>
            <a:noFill/>
            <a:ln>
              <a:noFill/>
            </a:ln>
          </p:spPr>
        </p:pic>
        <p:pic>
          <p:nvPicPr>
            <p:cNvPr id="53" name="Google Shape;53;p1"/>
            <p:cNvPicPr preferRelativeResize="0"/>
            <p:nvPr/>
          </p:nvPicPr>
          <p:blipFill rotWithShape="1">
            <a:blip r:embed="rId6">
              <a:alphaModFix/>
            </a:blip>
            <a:srcRect b="0" l="0" r="0" t="0"/>
            <a:stretch/>
          </p:blipFill>
          <p:spPr>
            <a:xfrm>
              <a:off x="1209917" y="12"/>
              <a:ext cx="9482085" cy="1260366"/>
            </a:xfrm>
            <a:prstGeom prst="rect">
              <a:avLst/>
            </a:prstGeom>
            <a:noFill/>
            <a:ln>
              <a:noFill/>
            </a:ln>
          </p:spPr>
        </p:pic>
      </p:grpSp>
      <p:sp>
        <p:nvSpPr>
          <p:cNvPr id="54" name="Google Shape;54;p1"/>
          <p:cNvSpPr txBox="1"/>
          <p:nvPr/>
        </p:nvSpPr>
        <p:spPr>
          <a:xfrm>
            <a:off x="2971450" y="3152197"/>
            <a:ext cx="4750500" cy="881652"/>
          </a:xfrm>
          <a:prstGeom prst="rect">
            <a:avLst/>
          </a:prstGeom>
          <a:noFill/>
          <a:ln>
            <a:noFill/>
          </a:ln>
        </p:spPr>
        <p:txBody>
          <a:bodyPr anchorCtr="0" anchor="t" bIns="0" lIns="0" spcFirstLastPara="1" rIns="0" wrap="square" tIns="60325">
            <a:spAutoFit/>
          </a:bodyPr>
          <a:lstStyle/>
          <a:p>
            <a:pPr indent="0" lvl="0" marL="12700" marR="5080" rtl="0" algn="l">
              <a:lnSpc>
                <a:spcPct val="77500"/>
              </a:lnSpc>
              <a:spcBef>
                <a:spcPts val="0"/>
              </a:spcBef>
              <a:spcAft>
                <a:spcPts val="0"/>
              </a:spcAft>
              <a:buNone/>
            </a:pPr>
            <a:r>
              <a:rPr b="1" lang="en-US" sz="8000" u="sng">
                <a:solidFill>
                  <a:schemeClr val="lt1"/>
                </a:solidFill>
                <a:latin typeface="Arial Rounded"/>
                <a:ea typeface="Arial Rounded"/>
                <a:cs typeface="Arial Rounded"/>
                <a:sym typeface="Arial Rounded"/>
                <a:hlinkClick r:id="rId7">
                  <a:extLst>
                    <a:ext uri="{A12FA001-AC4F-418D-AE19-62706E023703}">
                      <ahyp:hlinkClr val="tx"/>
                    </a:ext>
                  </a:extLst>
                </a:hlinkClick>
              </a:rPr>
              <a:t>Agri-Pro</a:t>
            </a:r>
            <a:endParaRPr b="1" sz="8000">
              <a:solidFill>
                <a:schemeClr val="lt1"/>
              </a:solidFill>
              <a:latin typeface="Arial Rounded"/>
              <a:ea typeface="Arial Rounded"/>
              <a:cs typeface="Arial Rounded"/>
              <a:sym typeface="Arial Rounded"/>
            </a:endParaRPr>
          </a:p>
        </p:txBody>
      </p:sp>
      <p:pic>
        <p:nvPicPr>
          <p:cNvPr id="55" name="Google Shape;55;p1">
            <a:hlinkClick r:id="rId8"/>
          </p:cNvPr>
          <p:cNvPicPr preferRelativeResize="0"/>
          <p:nvPr/>
        </p:nvPicPr>
        <p:blipFill rotWithShape="1">
          <a:blip r:embed="rId9">
            <a:alphaModFix/>
          </a:blip>
          <a:srcRect b="0" l="0" r="0" t="0"/>
          <a:stretch/>
        </p:blipFill>
        <p:spPr>
          <a:xfrm>
            <a:off x="3114412" y="98225"/>
            <a:ext cx="4464576" cy="2906662"/>
          </a:xfrm>
          <a:prstGeom prst="rect">
            <a:avLst/>
          </a:prstGeom>
          <a:noFill/>
          <a:ln>
            <a:noFill/>
          </a:ln>
        </p:spPr>
      </p:pic>
      <p:sp>
        <p:nvSpPr>
          <p:cNvPr id="56" name="Google Shape;56;p1"/>
          <p:cNvSpPr txBox="1"/>
          <p:nvPr/>
        </p:nvSpPr>
        <p:spPr>
          <a:xfrm>
            <a:off x="3114412" y="4726956"/>
            <a:ext cx="2270760" cy="1477328"/>
          </a:xfrm>
          <a:prstGeom prst="rect">
            <a:avLst/>
          </a:prstGeom>
          <a:noFill/>
          <a:ln>
            <a:noFill/>
          </a:ln>
        </p:spPr>
        <p:txBody>
          <a:bodyPr anchorCtr="0" anchor="t" bIns="45700" lIns="91425" spcFirstLastPara="1" rIns="91425" wrap="square" tIns="45700">
            <a:spAutoFit/>
          </a:bodyPr>
          <a:lstStyle/>
          <a:p>
            <a:pPr indent="0" lvl="0" marL="0" rtl="0" algn="l">
              <a:spcBef>
                <a:spcPts val="0"/>
              </a:spcBef>
              <a:spcAft>
                <a:spcPts val="0"/>
              </a:spcAft>
              <a:buNone/>
            </a:pPr>
            <a:r>
              <a:rPr b="1" lang="en-US" sz="1800">
                <a:solidFill>
                  <a:schemeClr val="lt1"/>
                </a:solidFill>
                <a:latin typeface="Arial Rounded"/>
                <a:ea typeface="Arial Rounded"/>
                <a:cs typeface="Arial Rounded"/>
                <a:sym typeface="Arial Rounded"/>
              </a:rPr>
              <a:t>Mayar Mohamed</a:t>
            </a:r>
            <a:endParaRPr/>
          </a:p>
          <a:p>
            <a:pPr indent="0" lvl="0" marL="0" rtl="0" algn="l">
              <a:spcBef>
                <a:spcPts val="0"/>
              </a:spcBef>
              <a:spcAft>
                <a:spcPts val="0"/>
              </a:spcAft>
              <a:buNone/>
            </a:pPr>
            <a:r>
              <a:t/>
            </a:r>
            <a:endParaRPr b="1" sz="1800">
              <a:solidFill>
                <a:schemeClr val="lt1"/>
              </a:solidFill>
              <a:latin typeface="Arial Rounded"/>
              <a:ea typeface="Arial Rounded"/>
              <a:cs typeface="Arial Rounded"/>
              <a:sym typeface="Arial Rounded"/>
            </a:endParaRPr>
          </a:p>
          <a:p>
            <a:pPr indent="0" lvl="0" marL="0" rtl="0" algn="l">
              <a:spcBef>
                <a:spcPts val="0"/>
              </a:spcBef>
              <a:spcAft>
                <a:spcPts val="0"/>
              </a:spcAft>
              <a:buNone/>
            </a:pPr>
            <a:r>
              <a:rPr b="1" lang="en-US" sz="1800">
                <a:solidFill>
                  <a:schemeClr val="lt1"/>
                </a:solidFill>
                <a:latin typeface="Arial Rounded"/>
                <a:ea typeface="Arial Rounded"/>
                <a:cs typeface="Arial Rounded"/>
                <a:sym typeface="Arial Rounded"/>
              </a:rPr>
              <a:t>Fatma Hassan</a:t>
            </a:r>
            <a:endParaRPr/>
          </a:p>
          <a:p>
            <a:pPr indent="0" lvl="0" marL="0" rtl="0" algn="l">
              <a:spcBef>
                <a:spcPts val="0"/>
              </a:spcBef>
              <a:spcAft>
                <a:spcPts val="0"/>
              </a:spcAft>
              <a:buNone/>
            </a:pPr>
            <a:r>
              <a:t/>
            </a:r>
            <a:endParaRPr b="1" sz="1800">
              <a:solidFill>
                <a:schemeClr val="lt1"/>
              </a:solidFill>
              <a:latin typeface="Arial Rounded"/>
              <a:ea typeface="Arial Rounded"/>
              <a:cs typeface="Arial Rounded"/>
              <a:sym typeface="Arial Rounded"/>
            </a:endParaRPr>
          </a:p>
          <a:p>
            <a:pPr indent="0" lvl="0" marL="0" rtl="0" algn="l">
              <a:spcBef>
                <a:spcPts val="0"/>
              </a:spcBef>
              <a:spcAft>
                <a:spcPts val="0"/>
              </a:spcAft>
              <a:buNone/>
            </a:pPr>
            <a:r>
              <a:rPr b="1" lang="en-US" sz="1800">
                <a:solidFill>
                  <a:schemeClr val="lt1"/>
                </a:solidFill>
                <a:latin typeface="Arial Rounded"/>
                <a:ea typeface="Arial Rounded"/>
                <a:cs typeface="Arial Rounded"/>
                <a:sym typeface="Arial Rounded"/>
              </a:rPr>
              <a:t>Maram Mahmoud</a:t>
            </a:r>
            <a:endParaRPr/>
          </a:p>
        </p:txBody>
      </p:sp>
      <p:sp>
        <p:nvSpPr>
          <p:cNvPr id="57" name="Google Shape;57;p1"/>
          <p:cNvSpPr txBox="1"/>
          <p:nvPr/>
        </p:nvSpPr>
        <p:spPr>
          <a:xfrm>
            <a:off x="5727700" y="4721742"/>
            <a:ext cx="2524280" cy="1477328"/>
          </a:xfrm>
          <a:prstGeom prst="rect">
            <a:avLst/>
          </a:prstGeom>
          <a:noFill/>
          <a:ln>
            <a:noFill/>
          </a:ln>
        </p:spPr>
        <p:txBody>
          <a:bodyPr anchorCtr="0" anchor="t" bIns="45700" lIns="91425" spcFirstLastPara="1" rIns="91425" wrap="square" tIns="45700">
            <a:spAutoFit/>
          </a:bodyPr>
          <a:lstStyle/>
          <a:p>
            <a:pPr indent="0" lvl="0" marL="0" rtl="0" algn="l">
              <a:spcBef>
                <a:spcPts val="0"/>
              </a:spcBef>
              <a:spcAft>
                <a:spcPts val="0"/>
              </a:spcAft>
              <a:buNone/>
            </a:pPr>
            <a:r>
              <a:rPr b="1" lang="en-US" sz="1800">
                <a:solidFill>
                  <a:schemeClr val="lt1"/>
                </a:solidFill>
                <a:latin typeface="Arial Rounded"/>
                <a:ea typeface="Arial Rounded"/>
                <a:cs typeface="Arial Rounded"/>
                <a:sym typeface="Arial Rounded"/>
              </a:rPr>
              <a:t>Mohamed Salah</a:t>
            </a:r>
            <a:endParaRPr/>
          </a:p>
          <a:p>
            <a:pPr indent="0" lvl="0" marL="0" rtl="0" algn="l">
              <a:spcBef>
                <a:spcPts val="0"/>
              </a:spcBef>
              <a:spcAft>
                <a:spcPts val="0"/>
              </a:spcAft>
              <a:buNone/>
            </a:pPr>
            <a:r>
              <a:t/>
            </a:r>
            <a:endParaRPr b="1" sz="1800">
              <a:solidFill>
                <a:schemeClr val="lt1"/>
              </a:solidFill>
              <a:latin typeface="Arial Rounded"/>
              <a:ea typeface="Arial Rounded"/>
              <a:cs typeface="Arial Rounded"/>
              <a:sym typeface="Arial Rounded"/>
            </a:endParaRPr>
          </a:p>
          <a:p>
            <a:pPr indent="0" lvl="0" marL="0" rtl="0" algn="l">
              <a:spcBef>
                <a:spcPts val="0"/>
              </a:spcBef>
              <a:spcAft>
                <a:spcPts val="0"/>
              </a:spcAft>
              <a:buNone/>
            </a:pPr>
            <a:r>
              <a:rPr b="1" lang="en-US" sz="1800">
                <a:solidFill>
                  <a:schemeClr val="lt1"/>
                </a:solidFill>
                <a:latin typeface="Arial Rounded"/>
                <a:ea typeface="Arial Rounded"/>
                <a:cs typeface="Arial Rounded"/>
                <a:sym typeface="Arial Rounded"/>
              </a:rPr>
              <a:t>Abo-Alfadl Ramadan</a:t>
            </a:r>
            <a:endParaRPr/>
          </a:p>
          <a:p>
            <a:pPr indent="0" lvl="0" marL="0" rtl="0" algn="l">
              <a:spcBef>
                <a:spcPts val="0"/>
              </a:spcBef>
              <a:spcAft>
                <a:spcPts val="0"/>
              </a:spcAft>
              <a:buNone/>
            </a:pPr>
            <a:r>
              <a:t/>
            </a:r>
            <a:endParaRPr b="1" sz="1800">
              <a:solidFill>
                <a:schemeClr val="lt1"/>
              </a:solidFill>
              <a:latin typeface="Arial Rounded"/>
              <a:ea typeface="Arial Rounded"/>
              <a:cs typeface="Arial Rounded"/>
              <a:sym typeface="Arial Rounded"/>
            </a:endParaRPr>
          </a:p>
          <a:p>
            <a:pPr indent="0" lvl="0" marL="0" rtl="0" algn="l">
              <a:spcBef>
                <a:spcPts val="0"/>
              </a:spcBef>
              <a:spcAft>
                <a:spcPts val="0"/>
              </a:spcAft>
              <a:buNone/>
            </a:pPr>
            <a:r>
              <a:rPr b="1" lang="en-US" sz="1800">
                <a:solidFill>
                  <a:schemeClr val="lt1"/>
                </a:solidFill>
                <a:latin typeface="Arial Rounded"/>
                <a:ea typeface="Arial Rounded"/>
                <a:cs typeface="Arial Rounded"/>
                <a:sym typeface="Arial Rounded"/>
              </a:rPr>
              <a:t>Ali Mohsen</a:t>
            </a:r>
            <a:endParaRPr/>
          </a:p>
        </p:txBody>
      </p:sp>
      <p:sp>
        <p:nvSpPr>
          <p:cNvPr id="58" name="Google Shape;58;p1"/>
          <p:cNvSpPr txBox="1"/>
          <p:nvPr/>
        </p:nvSpPr>
        <p:spPr>
          <a:xfrm>
            <a:off x="3194687" y="4192023"/>
            <a:ext cx="4304027" cy="461665"/>
          </a:xfrm>
          <a:prstGeom prst="rect">
            <a:avLst/>
          </a:prstGeom>
          <a:noFill/>
          <a:ln>
            <a:noFill/>
          </a:ln>
        </p:spPr>
        <p:txBody>
          <a:bodyPr anchorCtr="0" anchor="t" bIns="45700" lIns="91425" spcFirstLastPara="1" rIns="91425" wrap="square" tIns="45700">
            <a:spAutoFit/>
          </a:bodyPr>
          <a:lstStyle/>
          <a:p>
            <a:pPr indent="0" lvl="0" marL="0" rtl="0" algn="ctr">
              <a:spcBef>
                <a:spcPts val="0"/>
              </a:spcBef>
              <a:spcAft>
                <a:spcPts val="0"/>
              </a:spcAft>
              <a:buNone/>
            </a:pPr>
            <a:r>
              <a:rPr b="1" lang="en-US" sz="2400">
                <a:solidFill>
                  <a:schemeClr val="lt1"/>
                </a:solidFill>
                <a:latin typeface="Arial Rounded"/>
                <a:ea typeface="Arial Rounded"/>
                <a:cs typeface="Arial Rounded"/>
                <a:sym typeface="Arial Rounded"/>
              </a:rPr>
              <a:t>Team</a:t>
            </a:r>
            <a:endParaRPr/>
          </a:p>
        </p:txBody>
      </p:sp>
      <p:sp>
        <p:nvSpPr>
          <p:cNvPr id="59" name="Google Shape;59;p1"/>
          <p:cNvSpPr txBox="1"/>
          <p:nvPr/>
        </p:nvSpPr>
        <p:spPr>
          <a:xfrm>
            <a:off x="3136265" y="6404528"/>
            <a:ext cx="4419600" cy="646331"/>
          </a:xfrm>
          <a:prstGeom prst="rect">
            <a:avLst/>
          </a:prstGeom>
          <a:noFill/>
          <a:ln>
            <a:noFill/>
          </a:ln>
        </p:spPr>
        <p:txBody>
          <a:bodyPr anchorCtr="0" anchor="t" bIns="45700" lIns="91425" spcFirstLastPara="1" rIns="91425" wrap="square" tIns="45700">
            <a:spAutoFit/>
          </a:bodyPr>
          <a:lstStyle/>
          <a:p>
            <a:pPr indent="0" lvl="0" marL="0" rtl="0" algn="ctr">
              <a:spcBef>
                <a:spcPts val="0"/>
              </a:spcBef>
              <a:spcAft>
                <a:spcPts val="0"/>
              </a:spcAft>
              <a:buNone/>
            </a:pPr>
            <a:r>
              <a:rPr b="1" lang="en-US" sz="1800">
                <a:solidFill>
                  <a:schemeClr val="lt1"/>
                </a:solidFill>
                <a:latin typeface="Arial Rounded"/>
                <a:ea typeface="Arial Rounded"/>
                <a:cs typeface="Arial Rounded"/>
                <a:sym typeface="Arial Rounded"/>
              </a:rPr>
              <a:t>Supervisor</a:t>
            </a:r>
            <a:endParaRPr/>
          </a:p>
          <a:p>
            <a:pPr indent="0" lvl="0" marL="0" rtl="0" algn="ctr">
              <a:spcBef>
                <a:spcPts val="0"/>
              </a:spcBef>
              <a:spcAft>
                <a:spcPts val="0"/>
              </a:spcAft>
              <a:buNone/>
            </a:pPr>
            <a:r>
              <a:rPr b="1" lang="en-US" sz="1800">
                <a:solidFill>
                  <a:schemeClr val="lt1"/>
                </a:solidFill>
                <a:latin typeface="Arial Rounded"/>
                <a:ea typeface="Arial Rounded"/>
                <a:cs typeface="Arial Rounded"/>
                <a:sym typeface="Arial Rounded"/>
              </a:rPr>
              <a:t> Dr.Abd El-Rahim Sadiq</a:t>
            </a:r>
            <a:endParaRPr/>
          </a:p>
        </p:txBody>
      </p:sp>
      <p:pic>
        <p:nvPicPr>
          <p:cNvPr id="60" name="Google Shape;60;p1"/>
          <p:cNvPicPr preferRelativeResize="0"/>
          <p:nvPr/>
        </p:nvPicPr>
        <p:blipFill rotWithShape="1">
          <a:blip r:embed="rId10">
            <a:alphaModFix/>
          </a:blip>
          <a:srcRect b="0" l="0" r="0" t="0"/>
          <a:stretch/>
        </p:blipFill>
        <p:spPr>
          <a:xfrm>
            <a:off x="2161912" y="3574212"/>
            <a:ext cx="952500" cy="95250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64" name="Shape 64"/>
        <p:cNvGrpSpPr/>
        <p:nvPr/>
      </p:nvGrpSpPr>
      <p:grpSpPr>
        <a:xfrm>
          <a:off x="0" y="0"/>
          <a:ext cx="0" cy="0"/>
          <a:chOff x="0" y="0"/>
          <a:chExt cx="0" cy="0"/>
        </a:xfrm>
      </p:grpSpPr>
      <p:sp>
        <p:nvSpPr>
          <p:cNvPr id="65" name="Google Shape;65;p2"/>
          <p:cNvSpPr/>
          <p:nvPr/>
        </p:nvSpPr>
        <p:spPr>
          <a:xfrm>
            <a:off x="9657710" y="0"/>
            <a:ext cx="1115060" cy="5356225"/>
          </a:xfrm>
          <a:custGeom>
            <a:rect b="b" l="l" r="r" t="t"/>
            <a:pathLst>
              <a:path extrusionOk="0" h="5356225" w="1115059">
                <a:moveTo>
                  <a:pt x="352804" y="0"/>
                </a:moveTo>
                <a:lnTo>
                  <a:pt x="0" y="0"/>
                </a:lnTo>
                <a:lnTo>
                  <a:pt x="2141" y="3161"/>
                </a:lnTo>
                <a:lnTo>
                  <a:pt x="29291" y="44087"/>
                </a:lnTo>
                <a:lnTo>
                  <a:pt x="56071" y="85308"/>
                </a:lnTo>
                <a:lnTo>
                  <a:pt x="82479" y="126823"/>
                </a:lnTo>
                <a:lnTo>
                  <a:pt x="108513" y="168629"/>
                </a:lnTo>
                <a:lnTo>
                  <a:pt x="134169" y="210726"/>
                </a:lnTo>
                <a:lnTo>
                  <a:pt x="159446" y="253110"/>
                </a:lnTo>
                <a:lnTo>
                  <a:pt x="184341" y="295780"/>
                </a:lnTo>
                <a:lnTo>
                  <a:pt x="208851" y="338735"/>
                </a:lnTo>
                <a:lnTo>
                  <a:pt x="232973" y="381971"/>
                </a:lnTo>
                <a:lnTo>
                  <a:pt x="256706" y="425487"/>
                </a:lnTo>
                <a:lnTo>
                  <a:pt x="280046" y="469282"/>
                </a:lnTo>
                <a:lnTo>
                  <a:pt x="302992" y="513352"/>
                </a:lnTo>
                <a:lnTo>
                  <a:pt x="325540" y="557697"/>
                </a:lnTo>
                <a:lnTo>
                  <a:pt x="347688" y="602314"/>
                </a:lnTo>
                <a:lnTo>
                  <a:pt x="369434" y="647202"/>
                </a:lnTo>
                <a:lnTo>
                  <a:pt x="390774" y="692357"/>
                </a:lnTo>
                <a:lnTo>
                  <a:pt x="411707" y="737779"/>
                </a:lnTo>
                <a:lnTo>
                  <a:pt x="432852" y="783407"/>
                </a:lnTo>
                <a:lnTo>
                  <a:pt x="453516" y="829234"/>
                </a:lnTo>
                <a:lnTo>
                  <a:pt x="473699" y="875258"/>
                </a:lnTo>
                <a:lnTo>
                  <a:pt x="493402" y="921475"/>
                </a:lnTo>
                <a:lnTo>
                  <a:pt x="512622" y="967882"/>
                </a:lnTo>
                <a:lnTo>
                  <a:pt x="531359" y="1014474"/>
                </a:lnTo>
                <a:lnTo>
                  <a:pt x="549614" y="1061248"/>
                </a:lnTo>
                <a:lnTo>
                  <a:pt x="567384" y="1108201"/>
                </a:lnTo>
                <a:lnTo>
                  <a:pt x="584671" y="1155329"/>
                </a:lnTo>
                <a:lnTo>
                  <a:pt x="601473" y="1202628"/>
                </a:lnTo>
                <a:lnTo>
                  <a:pt x="617789" y="1250094"/>
                </a:lnTo>
                <a:lnTo>
                  <a:pt x="633619" y="1297725"/>
                </a:lnTo>
                <a:lnTo>
                  <a:pt x="648963" y="1345516"/>
                </a:lnTo>
                <a:lnTo>
                  <a:pt x="663820" y="1393465"/>
                </a:lnTo>
                <a:lnTo>
                  <a:pt x="678189" y="1441566"/>
                </a:lnTo>
                <a:lnTo>
                  <a:pt x="692070" y="1489817"/>
                </a:lnTo>
                <a:lnTo>
                  <a:pt x="705463" y="1538214"/>
                </a:lnTo>
                <a:lnTo>
                  <a:pt x="718365" y="1586754"/>
                </a:lnTo>
                <a:lnTo>
                  <a:pt x="730778" y="1635432"/>
                </a:lnTo>
                <a:lnTo>
                  <a:pt x="742701" y="1684246"/>
                </a:lnTo>
                <a:lnTo>
                  <a:pt x="754132" y="1733191"/>
                </a:lnTo>
                <a:lnTo>
                  <a:pt x="765072" y="1782264"/>
                </a:lnTo>
                <a:lnTo>
                  <a:pt x="775520" y="1831461"/>
                </a:lnTo>
                <a:lnTo>
                  <a:pt x="785474" y="1880780"/>
                </a:lnTo>
                <a:lnTo>
                  <a:pt x="794936" y="1930215"/>
                </a:lnTo>
                <a:lnTo>
                  <a:pt x="803903" y="1979764"/>
                </a:lnTo>
                <a:lnTo>
                  <a:pt x="812377" y="2029423"/>
                </a:lnTo>
                <a:lnTo>
                  <a:pt x="820355" y="2079189"/>
                </a:lnTo>
                <a:lnTo>
                  <a:pt x="827837" y="2129057"/>
                </a:lnTo>
                <a:lnTo>
                  <a:pt x="834824" y="2179024"/>
                </a:lnTo>
                <a:lnTo>
                  <a:pt x="841313" y="2229087"/>
                </a:lnTo>
                <a:lnTo>
                  <a:pt x="847306" y="2279242"/>
                </a:lnTo>
                <a:lnTo>
                  <a:pt x="852800" y="2329485"/>
                </a:lnTo>
                <a:lnTo>
                  <a:pt x="857796" y="2379812"/>
                </a:lnTo>
                <a:lnTo>
                  <a:pt x="862293" y="2430221"/>
                </a:lnTo>
                <a:lnTo>
                  <a:pt x="866290" y="2480707"/>
                </a:lnTo>
                <a:lnTo>
                  <a:pt x="869788" y="2531267"/>
                </a:lnTo>
                <a:lnTo>
                  <a:pt x="872784" y="2581897"/>
                </a:lnTo>
                <a:lnTo>
                  <a:pt x="875280" y="2632594"/>
                </a:lnTo>
                <a:lnTo>
                  <a:pt x="877273" y="2683354"/>
                </a:lnTo>
                <a:lnTo>
                  <a:pt x="878764" y="2734174"/>
                </a:lnTo>
                <a:lnTo>
                  <a:pt x="879752" y="2785049"/>
                </a:lnTo>
                <a:lnTo>
                  <a:pt x="880237" y="2835977"/>
                </a:lnTo>
                <a:lnTo>
                  <a:pt x="880217" y="2886953"/>
                </a:lnTo>
                <a:lnTo>
                  <a:pt x="879693" y="2937974"/>
                </a:lnTo>
                <a:lnTo>
                  <a:pt x="878664" y="2989036"/>
                </a:lnTo>
                <a:lnTo>
                  <a:pt x="877128" y="3040136"/>
                </a:lnTo>
                <a:lnTo>
                  <a:pt x="875086" y="3091271"/>
                </a:lnTo>
                <a:lnTo>
                  <a:pt x="872538" y="3142435"/>
                </a:lnTo>
                <a:lnTo>
                  <a:pt x="869482" y="3193627"/>
                </a:lnTo>
                <a:lnTo>
                  <a:pt x="865917" y="3244842"/>
                </a:lnTo>
                <a:lnTo>
                  <a:pt x="861844" y="3296077"/>
                </a:lnTo>
                <a:lnTo>
                  <a:pt x="857262" y="3347328"/>
                </a:lnTo>
                <a:lnTo>
                  <a:pt x="852170" y="3398592"/>
                </a:lnTo>
                <a:lnTo>
                  <a:pt x="846567" y="3449873"/>
                </a:lnTo>
                <a:lnTo>
                  <a:pt x="843640" y="3473729"/>
                </a:lnTo>
                <a:lnTo>
                  <a:pt x="845442" y="3497391"/>
                </a:lnTo>
                <a:lnTo>
                  <a:pt x="862862" y="3541355"/>
                </a:lnTo>
                <a:lnTo>
                  <a:pt x="896031" y="3574345"/>
                </a:lnTo>
                <a:lnTo>
                  <a:pt x="938783" y="3589818"/>
                </a:lnTo>
                <a:lnTo>
                  <a:pt x="974222" y="3588009"/>
                </a:lnTo>
                <a:lnTo>
                  <a:pt x="1034328" y="3550281"/>
                </a:lnTo>
                <a:lnTo>
                  <a:pt x="1058785" y="3499712"/>
                </a:lnTo>
                <a:lnTo>
                  <a:pt x="1065824" y="3449873"/>
                </a:lnTo>
                <a:lnTo>
                  <a:pt x="1072388" y="3400021"/>
                </a:lnTo>
                <a:lnTo>
                  <a:pt x="1078476" y="3350161"/>
                </a:lnTo>
                <a:lnTo>
                  <a:pt x="1084089" y="3300294"/>
                </a:lnTo>
                <a:lnTo>
                  <a:pt x="1089228" y="3250424"/>
                </a:lnTo>
                <a:lnTo>
                  <a:pt x="1093894" y="3200553"/>
                </a:lnTo>
                <a:lnTo>
                  <a:pt x="1098088" y="3150686"/>
                </a:lnTo>
                <a:lnTo>
                  <a:pt x="1101810" y="3100824"/>
                </a:lnTo>
                <a:lnTo>
                  <a:pt x="1105060" y="3050972"/>
                </a:lnTo>
                <a:lnTo>
                  <a:pt x="1107840" y="3001132"/>
                </a:lnTo>
                <a:lnTo>
                  <a:pt x="1110150" y="2951307"/>
                </a:lnTo>
                <a:lnTo>
                  <a:pt x="1111991" y="2901500"/>
                </a:lnTo>
                <a:lnTo>
                  <a:pt x="1113363" y="2851714"/>
                </a:lnTo>
                <a:lnTo>
                  <a:pt x="1114268" y="2801952"/>
                </a:lnTo>
                <a:lnTo>
                  <a:pt x="1114705" y="2752218"/>
                </a:lnTo>
                <a:lnTo>
                  <a:pt x="1114676" y="2702515"/>
                </a:lnTo>
                <a:lnTo>
                  <a:pt x="1114181" y="2652844"/>
                </a:lnTo>
                <a:lnTo>
                  <a:pt x="1113222" y="2603211"/>
                </a:lnTo>
                <a:lnTo>
                  <a:pt x="1111797" y="2553616"/>
                </a:lnTo>
                <a:lnTo>
                  <a:pt x="1109910" y="2504065"/>
                </a:lnTo>
                <a:lnTo>
                  <a:pt x="1107559" y="2454559"/>
                </a:lnTo>
                <a:lnTo>
                  <a:pt x="1104746" y="2405102"/>
                </a:lnTo>
                <a:lnTo>
                  <a:pt x="1101471" y="2355696"/>
                </a:lnTo>
                <a:lnTo>
                  <a:pt x="1097735" y="2306346"/>
                </a:lnTo>
                <a:lnTo>
                  <a:pt x="1093539" y="2257053"/>
                </a:lnTo>
                <a:lnTo>
                  <a:pt x="1088883" y="2207821"/>
                </a:lnTo>
                <a:lnTo>
                  <a:pt x="1083769" y="2158653"/>
                </a:lnTo>
                <a:lnTo>
                  <a:pt x="1078196" y="2109553"/>
                </a:lnTo>
                <a:lnTo>
                  <a:pt x="1072166" y="2060522"/>
                </a:lnTo>
                <a:lnTo>
                  <a:pt x="1065679" y="2011565"/>
                </a:lnTo>
                <a:lnTo>
                  <a:pt x="1058736" y="1962683"/>
                </a:lnTo>
                <a:lnTo>
                  <a:pt x="1051337" y="1913881"/>
                </a:lnTo>
                <a:lnTo>
                  <a:pt x="1043484" y="1865162"/>
                </a:lnTo>
                <a:lnTo>
                  <a:pt x="1035176" y="1816527"/>
                </a:lnTo>
                <a:lnTo>
                  <a:pt x="1026415" y="1767981"/>
                </a:lnTo>
                <a:lnTo>
                  <a:pt x="1017201" y="1719527"/>
                </a:lnTo>
                <a:lnTo>
                  <a:pt x="1007535" y="1671167"/>
                </a:lnTo>
                <a:lnTo>
                  <a:pt x="997418" y="1622904"/>
                </a:lnTo>
                <a:lnTo>
                  <a:pt x="986850" y="1574743"/>
                </a:lnTo>
                <a:lnTo>
                  <a:pt x="975833" y="1526685"/>
                </a:lnTo>
                <a:lnTo>
                  <a:pt x="964366" y="1478733"/>
                </a:lnTo>
                <a:lnTo>
                  <a:pt x="952450" y="1430892"/>
                </a:lnTo>
                <a:lnTo>
                  <a:pt x="940086" y="1383163"/>
                </a:lnTo>
                <a:lnTo>
                  <a:pt x="927275" y="1335550"/>
                </a:lnTo>
                <a:lnTo>
                  <a:pt x="914018" y="1288056"/>
                </a:lnTo>
                <a:lnTo>
                  <a:pt x="900314" y="1240685"/>
                </a:lnTo>
                <a:lnTo>
                  <a:pt x="886166" y="1193438"/>
                </a:lnTo>
                <a:lnTo>
                  <a:pt x="871573" y="1146319"/>
                </a:lnTo>
                <a:lnTo>
                  <a:pt x="856536" y="1099332"/>
                </a:lnTo>
                <a:lnTo>
                  <a:pt x="841056" y="1052479"/>
                </a:lnTo>
                <a:lnTo>
                  <a:pt x="825133" y="1005763"/>
                </a:lnTo>
                <a:lnTo>
                  <a:pt x="808769" y="959187"/>
                </a:lnTo>
                <a:lnTo>
                  <a:pt x="791964" y="912755"/>
                </a:lnTo>
                <a:lnTo>
                  <a:pt x="774718" y="866469"/>
                </a:lnTo>
                <a:lnTo>
                  <a:pt x="757032" y="820332"/>
                </a:lnTo>
                <a:lnTo>
                  <a:pt x="738908" y="774349"/>
                </a:lnTo>
                <a:lnTo>
                  <a:pt x="720345" y="728520"/>
                </a:lnTo>
                <a:lnTo>
                  <a:pt x="701344" y="682851"/>
                </a:lnTo>
                <a:lnTo>
                  <a:pt x="681907" y="637343"/>
                </a:lnTo>
                <a:lnTo>
                  <a:pt x="662033" y="592000"/>
                </a:lnTo>
                <a:lnTo>
                  <a:pt x="641723" y="546825"/>
                </a:lnTo>
                <a:lnTo>
                  <a:pt x="620979" y="501820"/>
                </a:lnTo>
                <a:lnTo>
                  <a:pt x="599800" y="456990"/>
                </a:lnTo>
                <a:lnTo>
                  <a:pt x="578188" y="412336"/>
                </a:lnTo>
                <a:lnTo>
                  <a:pt x="556143" y="367863"/>
                </a:lnTo>
                <a:lnTo>
                  <a:pt x="533666" y="323572"/>
                </a:lnTo>
                <a:lnTo>
                  <a:pt x="510757" y="279468"/>
                </a:lnTo>
                <a:lnTo>
                  <a:pt x="487418" y="235553"/>
                </a:lnTo>
                <a:lnTo>
                  <a:pt x="463648" y="191830"/>
                </a:lnTo>
                <a:lnTo>
                  <a:pt x="439449" y="148302"/>
                </a:lnTo>
                <a:lnTo>
                  <a:pt x="414821" y="104973"/>
                </a:lnTo>
                <a:lnTo>
                  <a:pt x="389765" y="61845"/>
                </a:lnTo>
                <a:lnTo>
                  <a:pt x="364282" y="18922"/>
                </a:lnTo>
                <a:lnTo>
                  <a:pt x="352804" y="0"/>
                </a:lnTo>
                <a:close/>
              </a:path>
              <a:path extrusionOk="0" h="5356225" w="1115059">
                <a:moveTo>
                  <a:pt x="894625" y="4033188"/>
                </a:moveTo>
                <a:lnTo>
                  <a:pt x="848344" y="4039471"/>
                </a:lnTo>
                <a:lnTo>
                  <a:pt x="808139" y="4063403"/>
                </a:lnTo>
                <a:lnTo>
                  <a:pt x="778062" y="4102834"/>
                </a:lnTo>
                <a:lnTo>
                  <a:pt x="762164" y="4155616"/>
                </a:lnTo>
                <a:lnTo>
                  <a:pt x="757118" y="4188376"/>
                </a:lnTo>
                <a:lnTo>
                  <a:pt x="749728" y="4225804"/>
                </a:lnTo>
                <a:lnTo>
                  <a:pt x="740118" y="4267335"/>
                </a:lnTo>
                <a:lnTo>
                  <a:pt x="728412" y="4312403"/>
                </a:lnTo>
                <a:lnTo>
                  <a:pt x="714731" y="4360443"/>
                </a:lnTo>
                <a:lnTo>
                  <a:pt x="699199" y="4410887"/>
                </a:lnTo>
                <a:lnTo>
                  <a:pt x="681941" y="4463172"/>
                </a:lnTo>
                <a:lnTo>
                  <a:pt x="663077" y="4516730"/>
                </a:lnTo>
                <a:lnTo>
                  <a:pt x="642733" y="4570997"/>
                </a:lnTo>
                <a:lnTo>
                  <a:pt x="621031" y="4625405"/>
                </a:lnTo>
                <a:lnTo>
                  <a:pt x="598093" y="4679390"/>
                </a:lnTo>
                <a:lnTo>
                  <a:pt x="574045" y="4732385"/>
                </a:lnTo>
                <a:lnTo>
                  <a:pt x="549008" y="4783825"/>
                </a:lnTo>
                <a:lnTo>
                  <a:pt x="523105" y="4833144"/>
                </a:lnTo>
                <a:lnTo>
                  <a:pt x="496461" y="4879776"/>
                </a:lnTo>
                <a:lnTo>
                  <a:pt x="469198" y="4923156"/>
                </a:lnTo>
                <a:lnTo>
                  <a:pt x="441439" y="4962716"/>
                </a:lnTo>
                <a:lnTo>
                  <a:pt x="413307" y="4997893"/>
                </a:lnTo>
                <a:lnTo>
                  <a:pt x="382234" y="5037283"/>
                </a:lnTo>
                <a:lnTo>
                  <a:pt x="356634" y="5077244"/>
                </a:lnTo>
                <a:lnTo>
                  <a:pt x="337241" y="5117267"/>
                </a:lnTo>
                <a:lnTo>
                  <a:pt x="324786" y="5156841"/>
                </a:lnTo>
                <a:lnTo>
                  <a:pt x="320002" y="5195457"/>
                </a:lnTo>
                <a:lnTo>
                  <a:pt x="323622" y="5232603"/>
                </a:lnTo>
                <a:lnTo>
                  <a:pt x="359001" y="5300447"/>
                </a:lnTo>
                <a:lnTo>
                  <a:pt x="392225" y="5330125"/>
                </a:lnTo>
                <a:lnTo>
                  <a:pt x="435916" y="5351865"/>
                </a:lnTo>
                <a:lnTo>
                  <a:pt x="479249" y="5355848"/>
                </a:lnTo>
                <a:lnTo>
                  <a:pt x="521948" y="5345108"/>
                </a:lnTo>
                <a:lnTo>
                  <a:pt x="563736" y="5322677"/>
                </a:lnTo>
                <a:lnTo>
                  <a:pt x="604335" y="5291589"/>
                </a:lnTo>
                <a:lnTo>
                  <a:pt x="643469" y="5254877"/>
                </a:lnTo>
                <a:lnTo>
                  <a:pt x="673883" y="5221522"/>
                </a:lnTo>
                <a:lnTo>
                  <a:pt x="702977" y="5184193"/>
                </a:lnTo>
                <a:lnTo>
                  <a:pt x="730738" y="5143282"/>
                </a:lnTo>
                <a:lnTo>
                  <a:pt x="757155" y="5099180"/>
                </a:lnTo>
                <a:lnTo>
                  <a:pt x="782218" y="5052278"/>
                </a:lnTo>
                <a:lnTo>
                  <a:pt x="805914" y="5002969"/>
                </a:lnTo>
                <a:lnTo>
                  <a:pt x="828232" y="4951643"/>
                </a:lnTo>
                <a:lnTo>
                  <a:pt x="849160" y="4898694"/>
                </a:lnTo>
                <a:lnTo>
                  <a:pt x="868688" y="4844511"/>
                </a:lnTo>
                <a:lnTo>
                  <a:pt x="886803" y="4789487"/>
                </a:lnTo>
                <a:lnTo>
                  <a:pt x="903495" y="4734014"/>
                </a:lnTo>
                <a:lnTo>
                  <a:pt x="918751" y="4678483"/>
                </a:lnTo>
                <a:lnTo>
                  <a:pt x="932561" y="4623286"/>
                </a:lnTo>
                <a:lnTo>
                  <a:pt x="944913" y="4568813"/>
                </a:lnTo>
                <a:lnTo>
                  <a:pt x="955796" y="4515458"/>
                </a:lnTo>
                <a:lnTo>
                  <a:pt x="965197" y="4463612"/>
                </a:lnTo>
                <a:lnTo>
                  <a:pt x="973106" y="4413665"/>
                </a:lnTo>
                <a:lnTo>
                  <a:pt x="979511" y="4366011"/>
                </a:lnTo>
                <a:lnTo>
                  <a:pt x="984401" y="4321040"/>
                </a:lnTo>
                <a:lnTo>
                  <a:pt x="987765" y="4279144"/>
                </a:lnTo>
                <a:lnTo>
                  <a:pt x="989590" y="4240714"/>
                </a:lnTo>
                <a:lnTo>
                  <a:pt x="989865" y="4206143"/>
                </a:lnTo>
                <a:lnTo>
                  <a:pt x="988580" y="4175822"/>
                </a:lnTo>
                <a:lnTo>
                  <a:pt x="985722" y="4150142"/>
                </a:lnTo>
                <a:lnTo>
                  <a:pt x="975294" y="4099461"/>
                </a:lnTo>
                <a:lnTo>
                  <a:pt x="959542" y="4063938"/>
                </a:lnTo>
                <a:lnTo>
                  <a:pt x="934106" y="4042279"/>
                </a:lnTo>
                <a:lnTo>
                  <a:pt x="894625" y="4033188"/>
                </a:lnTo>
                <a:close/>
              </a:path>
            </a:pathLst>
          </a:custGeom>
          <a:solidFill>
            <a:srgbClr val="47D985"/>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66" name="Google Shape;66;p2"/>
          <p:cNvSpPr txBox="1"/>
          <p:nvPr/>
        </p:nvSpPr>
        <p:spPr>
          <a:xfrm>
            <a:off x="505780" y="2105025"/>
            <a:ext cx="5221599" cy="4769319"/>
          </a:xfrm>
          <a:prstGeom prst="rect">
            <a:avLst/>
          </a:prstGeom>
          <a:noFill/>
          <a:ln>
            <a:noFill/>
          </a:ln>
        </p:spPr>
        <p:txBody>
          <a:bodyPr anchorCtr="0" anchor="t" bIns="0" lIns="0" spcFirstLastPara="1" rIns="0" wrap="square" tIns="12700">
            <a:spAutoFit/>
          </a:bodyPr>
          <a:lstStyle/>
          <a:p>
            <a:pPr indent="0" lvl="0" marL="12700" marR="33020" rtl="0" algn="l">
              <a:lnSpc>
                <a:spcPct val="105100"/>
              </a:lnSpc>
              <a:spcBef>
                <a:spcPts val="0"/>
              </a:spcBef>
              <a:spcAft>
                <a:spcPts val="0"/>
              </a:spcAft>
              <a:buNone/>
            </a:pPr>
            <a:r>
              <a:rPr lang="en-US" sz="1400">
                <a:solidFill>
                  <a:srgbClr val="00625F"/>
                </a:solidFill>
                <a:latin typeface="Arial"/>
                <a:ea typeface="Arial"/>
                <a:cs typeface="Arial"/>
                <a:sym typeface="Arial"/>
              </a:rPr>
              <a:t>The Agricultural Investment and Management Platform is a web-based digital solution designed to address critical inefficiencies in Egypt’s agricultural sector, including fragmented investment workflows, limited operational transparency, and suboptimal communication between farmers, investors, and buyers. The platform provides a robust and structured environment to facilitate organized agricultural investment, comprehensive farm management, and direct market connectivity.</a:t>
            </a:r>
            <a:endParaRPr/>
          </a:p>
          <a:p>
            <a:pPr indent="0" lvl="0" marL="12700" marR="33020" rtl="0" algn="l">
              <a:lnSpc>
                <a:spcPct val="105100"/>
              </a:lnSpc>
              <a:spcBef>
                <a:spcPts val="100"/>
              </a:spcBef>
              <a:spcAft>
                <a:spcPts val="0"/>
              </a:spcAft>
              <a:buNone/>
            </a:pPr>
            <a:r>
              <a:t/>
            </a:r>
            <a:endParaRPr sz="1400">
              <a:solidFill>
                <a:srgbClr val="00625F"/>
              </a:solidFill>
              <a:latin typeface="Arial"/>
              <a:ea typeface="Arial"/>
              <a:cs typeface="Arial"/>
              <a:sym typeface="Arial"/>
            </a:endParaRPr>
          </a:p>
          <a:p>
            <a:pPr indent="0" lvl="0" marL="12700" marR="33020" rtl="0" algn="l">
              <a:lnSpc>
                <a:spcPct val="105100"/>
              </a:lnSpc>
              <a:spcBef>
                <a:spcPts val="100"/>
              </a:spcBef>
              <a:spcAft>
                <a:spcPts val="0"/>
              </a:spcAft>
              <a:buNone/>
            </a:pPr>
            <a:r>
              <a:rPr lang="en-US" sz="1400">
                <a:solidFill>
                  <a:srgbClr val="00625F"/>
                </a:solidFill>
                <a:latin typeface="Arial"/>
                <a:ea typeface="Arial"/>
                <a:cs typeface="Arial"/>
                <a:sym typeface="Arial"/>
              </a:rPr>
              <a:t>The system is composed of three core modules. The Investment System allows farmers to present their projects and enables investors to fund them in a fully transparent and accountable manner, supporting informed decision-making. The Management System delivers end-to-end project and farm management capabilities, including task and expenditure tracking, documentation management, real-time monitoring, smart contract execution, productivity and weather analysis, and profit allocation. The Agricultural Marketplace establishes a direct channel for farmers to showcase and sell their products post-harvest, minimizing reliance on intermediaries and enhancing market efficiency.</a:t>
            </a:r>
            <a:endParaRPr/>
          </a:p>
        </p:txBody>
      </p:sp>
      <p:sp>
        <p:nvSpPr>
          <p:cNvPr id="67" name="Google Shape;67;p2"/>
          <p:cNvSpPr txBox="1"/>
          <p:nvPr/>
        </p:nvSpPr>
        <p:spPr>
          <a:xfrm>
            <a:off x="5956300" y="1876425"/>
            <a:ext cx="4106540" cy="2946769"/>
          </a:xfrm>
          <a:prstGeom prst="rect">
            <a:avLst/>
          </a:prstGeom>
          <a:noFill/>
          <a:ln>
            <a:noFill/>
          </a:ln>
        </p:spPr>
        <p:txBody>
          <a:bodyPr anchorCtr="0" anchor="t" bIns="0" lIns="0" spcFirstLastPara="1" rIns="0" wrap="square" tIns="12700">
            <a:spAutoFit/>
          </a:bodyPr>
          <a:lstStyle/>
          <a:p>
            <a:pPr indent="0" lvl="0" marL="12700" marR="33020" rtl="0" algn="l">
              <a:lnSpc>
                <a:spcPct val="105100"/>
              </a:lnSpc>
              <a:spcBef>
                <a:spcPts val="0"/>
              </a:spcBef>
              <a:spcAft>
                <a:spcPts val="0"/>
              </a:spcAft>
              <a:buNone/>
            </a:pPr>
            <a:r>
              <a:t/>
            </a:r>
            <a:endParaRPr sz="1400">
              <a:solidFill>
                <a:srgbClr val="00625F"/>
              </a:solidFill>
              <a:latin typeface="Arial"/>
              <a:ea typeface="Arial"/>
              <a:cs typeface="Arial"/>
              <a:sym typeface="Arial"/>
            </a:endParaRPr>
          </a:p>
          <a:p>
            <a:pPr indent="0" lvl="0" marL="12700" marR="33020" rtl="0" algn="l">
              <a:lnSpc>
                <a:spcPct val="105100"/>
              </a:lnSpc>
              <a:spcBef>
                <a:spcPts val="100"/>
              </a:spcBef>
              <a:spcAft>
                <a:spcPts val="0"/>
              </a:spcAft>
              <a:buNone/>
            </a:pPr>
            <a:r>
              <a:rPr lang="en-US" sz="1400">
                <a:solidFill>
                  <a:srgbClr val="00625F"/>
                </a:solidFill>
                <a:latin typeface="Arial"/>
                <a:ea typeface="Arial"/>
                <a:cs typeface="Arial"/>
                <a:sym typeface="Arial"/>
              </a:rPr>
              <a:t>Primary stakeholders include farmers, investors, and buyers, while secondary stakeholders such as governmental bodies, agricultural institutions, and domain experts benefit from verified data and analytical insights. The system boundaries exclude online payment processing, logistics, and fully automated farming operations. Implemented with React.js for the front-end and Node.js with Express.js for the back-end, the platform represents a significant advancement in structuring agricultural investment and promoting sustainable agricultural development in Egypt.</a:t>
            </a:r>
            <a:endParaRPr sz="1400">
              <a:latin typeface="Arial"/>
              <a:ea typeface="Arial"/>
              <a:cs typeface="Arial"/>
              <a:sym typeface="Arial"/>
            </a:endParaRPr>
          </a:p>
        </p:txBody>
      </p:sp>
      <p:sp>
        <p:nvSpPr>
          <p:cNvPr id="68" name="Google Shape;68;p2"/>
          <p:cNvSpPr txBox="1"/>
          <p:nvPr>
            <p:ph type="title"/>
          </p:nvPr>
        </p:nvSpPr>
        <p:spPr>
          <a:xfrm>
            <a:off x="533400" y="923039"/>
            <a:ext cx="5166360" cy="641586"/>
          </a:xfrm>
          <a:prstGeom prst="rect">
            <a:avLst/>
          </a:prstGeom>
          <a:noFill/>
          <a:ln>
            <a:noFill/>
          </a:ln>
        </p:spPr>
        <p:txBody>
          <a:bodyPr anchorCtr="0" anchor="t" bIns="0" lIns="0" spcFirstLastPara="1" rIns="0" wrap="square" tIns="7600">
            <a:spAutoFit/>
          </a:bodyPr>
          <a:lstStyle/>
          <a:p>
            <a:pPr indent="0" lvl="0" marL="12700" marR="5080" rtl="0" algn="l">
              <a:lnSpc>
                <a:spcPct val="101800"/>
              </a:lnSpc>
              <a:spcBef>
                <a:spcPts val="0"/>
              </a:spcBef>
              <a:spcAft>
                <a:spcPts val="0"/>
              </a:spcAft>
              <a:buNone/>
            </a:pPr>
            <a:r>
              <a:rPr lang="en-US" sz="4400">
                <a:solidFill>
                  <a:srgbClr val="47D985"/>
                </a:solidFill>
              </a:rPr>
              <a:t>Abstract</a:t>
            </a:r>
            <a:endParaRPr sz="4400"/>
          </a:p>
        </p:txBody>
      </p:sp>
      <p:pic>
        <p:nvPicPr>
          <p:cNvPr id="69" name="Google Shape;69;p2"/>
          <p:cNvPicPr preferRelativeResize="0"/>
          <p:nvPr/>
        </p:nvPicPr>
        <p:blipFill rotWithShape="1">
          <a:blip r:embed="rId3">
            <a:alphaModFix/>
          </a:blip>
          <a:srcRect b="0" l="0" r="0" t="0"/>
          <a:stretch/>
        </p:blipFill>
        <p:spPr>
          <a:xfrm>
            <a:off x="5727379" y="5457825"/>
            <a:ext cx="4985558" cy="2105025"/>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74" name="Shape 74"/>
        <p:cNvGrpSpPr/>
        <p:nvPr/>
      </p:nvGrpSpPr>
      <p:grpSpPr>
        <a:xfrm>
          <a:off x="0" y="0"/>
          <a:ext cx="0" cy="0"/>
          <a:chOff x="0" y="0"/>
          <a:chExt cx="0" cy="0"/>
        </a:xfrm>
      </p:grpSpPr>
      <p:sp>
        <p:nvSpPr>
          <p:cNvPr id="75" name="Google Shape;75;p3"/>
          <p:cNvSpPr/>
          <p:nvPr/>
        </p:nvSpPr>
        <p:spPr>
          <a:xfrm>
            <a:off x="2" y="16"/>
            <a:ext cx="10685780" cy="7560309"/>
          </a:xfrm>
          <a:custGeom>
            <a:rect b="b" l="l" r="r" t="t"/>
            <a:pathLst>
              <a:path extrusionOk="0" h="7560309" w="10685780">
                <a:moveTo>
                  <a:pt x="0" y="0"/>
                </a:moveTo>
                <a:lnTo>
                  <a:pt x="0" y="7559986"/>
                </a:lnTo>
                <a:lnTo>
                  <a:pt x="10685702" y="7559986"/>
                </a:lnTo>
                <a:lnTo>
                  <a:pt x="10685702" y="0"/>
                </a:lnTo>
                <a:lnTo>
                  <a:pt x="0" y="0"/>
                </a:lnTo>
                <a:close/>
              </a:path>
            </a:pathLst>
          </a:custGeom>
          <a:solidFill>
            <a:srgbClr val="00625F"/>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grpSp>
        <p:nvGrpSpPr>
          <p:cNvPr id="76" name="Google Shape;76;p3"/>
          <p:cNvGrpSpPr/>
          <p:nvPr/>
        </p:nvGrpSpPr>
        <p:grpSpPr>
          <a:xfrm>
            <a:off x="0" y="0"/>
            <a:ext cx="10685703" cy="7560004"/>
            <a:chOff x="0" y="0"/>
            <a:chExt cx="10685703" cy="7560004"/>
          </a:xfrm>
        </p:grpSpPr>
        <p:pic>
          <p:nvPicPr>
            <p:cNvPr id="77" name="Google Shape;77;p3"/>
            <p:cNvPicPr preferRelativeResize="0"/>
            <p:nvPr/>
          </p:nvPicPr>
          <p:blipFill rotWithShape="1">
            <a:blip r:embed="rId3">
              <a:alphaModFix/>
            </a:blip>
            <a:srcRect b="0" l="0" r="0" t="0"/>
            <a:stretch/>
          </p:blipFill>
          <p:spPr>
            <a:xfrm>
              <a:off x="1230464" y="0"/>
              <a:ext cx="9455238" cy="3052991"/>
            </a:xfrm>
            <a:prstGeom prst="rect">
              <a:avLst/>
            </a:prstGeom>
            <a:noFill/>
            <a:ln>
              <a:noFill/>
            </a:ln>
          </p:spPr>
        </p:pic>
        <p:pic>
          <p:nvPicPr>
            <p:cNvPr id="78" name="Google Shape;78;p3"/>
            <p:cNvPicPr preferRelativeResize="0"/>
            <p:nvPr/>
          </p:nvPicPr>
          <p:blipFill rotWithShape="1">
            <a:blip r:embed="rId4">
              <a:alphaModFix/>
            </a:blip>
            <a:srcRect b="0" l="0" r="0" t="0"/>
            <a:stretch/>
          </p:blipFill>
          <p:spPr>
            <a:xfrm>
              <a:off x="0" y="12"/>
              <a:ext cx="1237449" cy="7559992"/>
            </a:xfrm>
            <a:prstGeom prst="rect">
              <a:avLst/>
            </a:prstGeom>
            <a:noFill/>
            <a:ln>
              <a:noFill/>
            </a:ln>
          </p:spPr>
        </p:pic>
        <p:pic>
          <p:nvPicPr>
            <p:cNvPr id="79" name="Google Shape;79;p3"/>
            <p:cNvPicPr preferRelativeResize="0"/>
            <p:nvPr/>
          </p:nvPicPr>
          <p:blipFill rotWithShape="1">
            <a:blip r:embed="rId5">
              <a:alphaModFix/>
            </a:blip>
            <a:srcRect b="0" l="0" r="0" t="0"/>
            <a:stretch/>
          </p:blipFill>
          <p:spPr>
            <a:xfrm>
              <a:off x="1230464" y="3045752"/>
              <a:ext cx="9455238" cy="3222599"/>
            </a:xfrm>
            <a:prstGeom prst="rect">
              <a:avLst/>
            </a:prstGeom>
            <a:noFill/>
            <a:ln>
              <a:noFill/>
            </a:ln>
          </p:spPr>
        </p:pic>
        <p:pic>
          <p:nvPicPr>
            <p:cNvPr id="80" name="Google Shape;80;p3"/>
            <p:cNvPicPr preferRelativeResize="0"/>
            <p:nvPr/>
          </p:nvPicPr>
          <p:blipFill rotWithShape="1">
            <a:blip r:embed="rId6">
              <a:alphaModFix/>
            </a:blip>
            <a:srcRect b="0" l="0" r="0" t="0"/>
            <a:stretch/>
          </p:blipFill>
          <p:spPr>
            <a:xfrm>
              <a:off x="1231074" y="6261087"/>
              <a:ext cx="9454629" cy="1298917"/>
            </a:xfrm>
            <a:prstGeom prst="rect">
              <a:avLst/>
            </a:prstGeom>
            <a:noFill/>
            <a:ln>
              <a:noFill/>
            </a:ln>
          </p:spPr>
        </p:pic>
      </p:grpSp>
      <p:sp>
        <p:nvSpPr>
          <p:cNvPr id="81" name="Google Shape;81;p3"/>
          <p:cNvSpPr txBox="1"/>
          <p:nvPr/>
        </p:nvSpPr>
        <p:spPr>
          <a:xfrm>
            <a:off x="1496644" y="377743"/>
            <a:ext cx="2998600" cy="628377"/>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b="1" lang="en-US" sz="4000">
                <a:solidFill>
                  <a:srgbClr val="FFFFFF"/>
                </a:solidFill>
                <a:latin typeface="Tahoma"/>
                <a:ea typeface="Tahoma"/>
                <a:cs typeface="Tahoma"/>
                <a:sym typeface="Tahoma"/>
              </a:rPr>
              <a:t>Motivation</a:t>
            </a:r>
            <a:endParaRPr sz="4000">
              <a:latin typeface="Tahoma"/>
              <a:ea typeface="Tahoma"/>
              <a:cs typeface="Tahoma"/>
              <a:sym typeface="Tahoma"/>
            </a:endParaRPr>
          </a:p>
        </p:txBody>
      </p:sp>
      <p:sp>
        <p:nvSpPr>
          <p:cNvPr id="82" name="Google Shape;82;p3"/>
          <p:cNvSpPr txBox="1"/>
          <p:nvPr>
            <p:ph idx="12" type="sldNum"/>
          </p:nvPr>
        </p:nvSpPr>
        <p:spPr>
          <a:xfrm>
            <a:off x="501900" y="7055043"/>
            <a:ext cx="2872104" cy="167640"/>
          </a:xfrm>
          <a:prstGeom prst="rect">
            <a:avLst/>
          </a:prstGeom>
          <a:noFill/>
          <a:ln>
            <a:noFill/>
          </a:ln>
        </p:spPr>
        <p:txBody>
          <a:bodyPr anchorCtr="0" anchor="t" bIns="0" lIns="0" spcFirstLastPara="1" rIns="0" wrap="square" tIns="5700">
            <a:spAutoFit/>
          </a:bodyPr>
          <a:lstStyle/>
          <a:p>
            <a:pPr indent="0" lvl="0" marL="38100" rtl="0" algn="l">
              <a:lnSpc>
                <a:spcPct val="100000"/>
              </a:lnSpc>
              <a:spcBef>
                <a:spcPts val="0"/>
              </a:spcBef>
              <a:spcAft>
                <a:spcPts val="0"/>
              </a:spcAft>
              <a:buNone/>
            </a:pPr>
            <a:fld id="{00000000-1234-1234-1234-123412341234}" type="slidenum">
              <a:rPr lang="en-US"/>
              <a:t>‹#›</a:t>
            </a:fld>
            <a:r>
              <a:rPr lang="en-US"/>
              <a:t>  Farm Management Information Systems (FMIS)</a:t>
            </a:r>
            <a:endParaRPr/>
          </a:p>
        </p:txBody>
      </p:sp>
      <p:pic>
        <p:nvPicPr>
          <p:cNvPr id="83" name="Google Shape;83;p3"/>
          <p:cNvPicPr preferRelativeResize="0"/>
          <p:nvPr/>
        </p:nvPicPr>
        <p:blipFill rotWithShape="1">
          <a:blip r:embed="rId7">
            <a:alphaModFix/>
          </a:blip>
          <a:srcRect b="0" l="0" r="0" t="0"/>
          <a:stretch/>
        </p:blipFill>
        <p:spPr>
          <a:xfrm>
            <a:off x="6337300" y="-3519"/>
            <a:ext cx="4356101" cy="7560005"/>
          </a:xfrm>
          <a:prstGeom prst="rect">
            <a:avLst/>
          </a:prstGeom>
          <a:noFill/>
          <a:ln>
            <a:noFill/>
          </a:ln>
        </p:spPr>
      </p:pic>
      <p:sp>
        <p:nvSpPr>
          <p:cNvPr id="84" name="Google Shape;84;p3"/>
          <p:cNvSpPr txBox="1"/>
          <p:nvPr/>
        </p:nvSpPr>
        <p:spPr>
          <a:xfrm>
            <a:off x="221153" y="1923539"/>
            <a:ext cx="5894997" cy="4629472"/>
          </a:xfrm>
          <a:prstGeom prst="rect">
            <a:avLst/>
          </a:prstGeom>
          <a:noFill/>
          <a:ln>
            <a:noFill/>
          </a:ln>
        </p:spPr>
        <p:txBody>
          <a:bodyPr anchorCtr="0" anchor="t" bIns="0" lIns="0" spcFirstLastPara="1" rIns="0" wrap="square" tIns="12700">
            <a:spAutoFit/>
          </a:bodyPr>
          <a:lstStyle/>
          <a:p>
            <a:pPr indent="0" lvl="0" marL="0" rtl="0" algn="l">
              <a:spcBef>
                <a:spcPts val="0"/>
              </a:spcBef>
              <a:spcAft>
                <a:spcPts val="0"/>
              </a:spcAft>
              <a:buNone/>
            </a:pPr>
            <a:r>
              <a:rPr lang="en-US" sz="2000">
                <a:solidFill>
                  <a:schemeClr val="lt1"/>
                </a:solidFill>
                <a:latin typeface="Arial"/>
                <a:ea typeface="Arial"/>
                <a:cs typeface="Arial"/>
                <a:sym typeface="Arial"/>
              </a:rPr>
              <a:t>Agriculture is a vital sector in Egypt, contributing to the economy, employment, and food security.</a:t>
            </a:r>
            <a:br>
              <a:rPr lang="en-US" sz="2000">
                <a:solidFill>
                  <a:schemeClr val="lt1"/>
                </a:solidFill>
                <a:latin typeface="Arial"/>
                <a:ea typeface="Arial"/>
                <a:cs typeface="Arial"/>
                <a:sym typeface="Arial"/>
              </a:rPr>
            </a:br>
            <a:r>
              <a:rPr lang="en-US" sz="2000">
                <a:solidFill>
                  <a:schemeClr val="lt1"/>
                </a:solidFill>
                <a:latin typeface="Arial"/>
                <a:ea typeface="Arial"/>
                <a:cs typeface="Arial"/>
                <a:sym typeface="Arial"/>
              </a:rPr>
              <a:t>However, agricultural investment remains weak, fragmented, and poorly digitized, despite the sector’s high potential.</a:t>
            </a:r>
            <a:endParaRPr/>
          </a:p>
          <a:p>
            <a:pPr indent="0" lvl="0" marL="0" rtl="0" algn="l">
              <a:spcBef>
                <a:spcPts val="0"/>
              </a:spcBef>
              <a:spcAft>
                <a:spcPts val="0"/>
              </a:spcAft>
              <a:buNone/>
            </a:pPr>
            <a:r>
              <a:rPr lang="en-US" sz="2000">
                <a:solidFill>
                  <a:schemeClr val="lt1"/>
                </a:solidFill>
                <a:latin typeface="Arial"/>
                <a:ea typeface="Arial"/>
                <a:cs typeface="Arial"/>
                <a:sym typeface="Arial"/>
              </a:rPr>
              <a:t>The agricultural market in Africa and the Middle East is expected to exceed </a:t>
            </a:r>
            <a:r>
              <a:rPr b="1" lang="en-US" sz="2000">
                <a:solidFill>
                  <a:schemeClr val="lt1"/>
                </a:solidFill>
                <a:latin typeface="Arial"/>
                <a:ea typeface="Arial"/>
                <a:cs typeface="Arial"/>
                <a:sym typeface="Arial"/>
              </a:rPr>
              <a:t>$1 trillion by 2030</a:t>
            </a:r>
            <a:r>
              <a:rPr lang="en-US" sz="2000">
                <a:solidFill>
                  <a:schemeClr val="lt1"/>
                </a:solidFill>
                <a:latin typeface="Arial"/>
                <a:ea typeface="Arial"/>
                <a:cs typeface="Arial"/>
                <a:sym typeface="Arial"/>
              </a:rPr>
              <a:t>, highlighting major growth opportunities for Egypt. Yet, limited data, low transparency, and weak communication between farmers and investors reduce investment confidence.</a:t>
            </a:r>
            <a:endParaRPr/>
          </a:p>
          <a:p>
            <a:pPr indent="0" lvl="0" marL="0" rtl="0" algn="l">
              <a:spcBef>
                <a:spcPts val="0"/>
              </a:spcBef>
              <a:spcAft>
                <a:spcPts val="0"/>
              </a:spcAft>
              <a:buNone/>
            </a:pPr>
            <a:r>
              <a:rPr lang="en-US" sz="2000">
                <a:solidFill>
                  <a:schemeClr val="lt1"/>
                </a:solidFill>
                <a:latin typeface="Arial"/>
                <a:ea typeface="Arial"/>
                <a:cs typeface="Arial"/>
                <a:sym typeface="Arial"/>
              </a:rPr>
              <a:t>This project aims to build a </a:t>
            </a:r>
            <a:r>
              <a:rPr b="1" lang="en-US" sz="2000">
                <a:solidFill>
                  <a:schemeClr val="lt1"/>
                </a:solidFill>
                <a:latin typeface="Arial"/>
                <a:ea typeface="Arial"/>
                <a:cs typeface="Arial"/>
                <a:sym typeface="Arial"/>
              </a:rPr>
              <a:t>digital agricultural investment platform</a:t>
            </a:r>
            <a:r>
              <a:rPr lang="en-US" sz="2000">
                <a:solidFill>
                  <a:schemeClr val="lt1"/>
                </a:solidFill>
                <a:latin typeface="Arial"/>
                <a:ea typeface="Arial"/>
                <a:cs typeface="Arial"/>
                <a:sym typeface="Arial"/>
              </a:rPr>
              <a:t> in Egypt that empowers farmers and provides investors with secure, data-driven investment opportunities.</a:t>
            </a:r>
            <a:endParaRPr/>
          </a:p>
        </p:txBody>
      </p:sp>
      <p:sp>
        <p:nvSpPr>
          <p:cNvPr id="85" name="Google Shape;85;p3"/>
          <p:cNvSpPr/>
          <p:nvPr/>
        </p:nvSpPr>
        <p:spPr>
          <a:xfrm>
            <a:off x="656824" y="245630"/>
            <a:ext cx="672465" cy="812800"/>
          </a:xfrm>
          <a:custGeom>
            <a:rect b="b" l="l" r="r" t="t"/>
            <a:pathLst>
              <a:path extrusionOk="0" h="812800" w="672464">
                <a:moveTo>
                  <a:pt x="358203" y="787400"/>
                </a:moveTo>
                <a:lnTo>
                  <a:pt x="314210" y="787400"/>
                </a:lnTo>
                <a:lnTo>
                  <a:pt x="310807" y="790803"/>
                </a:lnTo>
                <a:lnTo>
                  <a:pt x="310807" y="809396"/>
                </a:lnTo>
                <a:lnTo>
                  <a:pt x="314210" y="812800"/>
                </a:lnTo>
                <a:lnTo>
                  <a:pt x="358203" y="812800"/>
                </a:lnTo>
                <a:lnTo>
                  <a:pt x="361607" y="809396"/>
                </a:lnTo>
                <a:lnTo>
                  <a:pt x="361607" y="790803"/>
                </a:lnTo>
                <a:lnTo>
                  <a:pt x="358203" y="787400"/>
                </a:lnTo>
                <a:close/>
              </a:path>
              <a:path extrusionOk="0" h="812800" w="672464">
                <a:moveTo>
                  <a:pt x="365848" y="0"/>
                </a:moveTo>
                <a:lnTo>
                  <a:pt x="307086" y="0"/>
                </a:lnTo>
                <a:lnTo>
                  <a:pt x="302082" y="5727"/>
                </a:lnTo>
                <a:lnTo>
                  <a:pt x="318782" y="130759"/>
                </a:lnTo>
                <a:lnTo>
                  <a:pt x="323342" y="134747"/>
                </a:lnTo>
                <a:lnTo>
                  <a:pt x="349592" y="134747"/>
                </a:lnTo>
                <a:lnTo>
                  <a:pt x="354152" y="130759"/>
                </a:lnTo>
                <a:lnTo>
                  <a:pt x="370865" y="5727"/>
                </a:lnTo>
                <a:lnTo>
                  <a:pt x="365848" y="0"/>
                </a:lnTo>
                <a:close/>
              </a:path>
              <a:path extrusionOk="0" h="812800" w="672464">
                <a:moveTo>
                  <a:pt x="635609" y="158521"/>
                </a:moveTo>
                <a:lnTo>
                  <a:pt x="535635" y="235432"/>
                </a:lnTo>
                <a:lnTo>
                  <a:pt x="534454" y="241363"/>
                </a:lnTo>
                <a:lnTo>
                  <a:pt x="547560" y="264121"/>
                </a:lnTo>
                <a:lnTo>
                  <a:pt x="553288" y="266077"/>
                </a:lnTo>
                <a:lnTo>
                  <a:pt x="669963" y="218109"/>
                </a:lnTo>
                <a:lnTo>
                  <a:pt x="672426" y="210908"/>
                </a:lnTo>
                <a:lnTo>
                  <a:pt x="643077" y="160007"/>
                </a:lnTo>
                <a:lnTo>
                  <a:pt x="635609" y="158521"/>
                </a:lnTo>
                <a:close/>
              </a:path>
              <a:path extrusionOk="0" h="812800" w="672464">
                <a:moveTo>
                  <a:pt x="553440" y="475703"/>
                </a:moveTo>
                <a:lnTo>
                  <a:pt x="547336" y="477761"/>
                </a:lnTo>
                <a:lnTo>
                  <a:pt x="547639" y="477761"/>
                </a:lnTo>
                <a:lnTo>
                  <a:pt x="534543" y="500341"/>
                </a:lnTo>
                <a:lnTo>
                  <a:pt x="535698" y="506285"/>
                </a:lnTo>
                <a:lnTo>
                  <a:pt x="635469" y="583476"/>
                </a:lnTo>
                <a:lnTo>
                  <a:pt x="642937" y="582015"/>
                </a:lnTo>
                <a:lnTo>
                  <a:pt x="672426" y="531190"/>
                </a:lnTo>
                <a:lnTo>
                  <a:pt x="669975" y="523976"/>
                </a:lnTo>
                <a:lnTo>
                  <a:pt x="553440" y="475703"/>
                </a:lnTo>
                <a:close/>
              </a:path>
              <a:path extrusionOk="0" h="812800" w="672464">
                <a:moveTo>
                  <a:pt x="119125" y="475386"/>
                </a:moveTo>
                <a:lnTo>
                  <a:pt x="2451" y="523341"/>
                </a:lnTo>
                <a:lnTo>
                  <a:pt x="0" y="530542"/>
                </a:lnTo>
                <a:lnTo>
                  <a:pt x="29336" y="581456"/>
                </a:lnTo>
                <a:lnTo>
                  <a:pt x="36804" y="582942"/>
                </a:lnTo>
                <a:lnTo>
                  <a:pt x="136779" y="506031"/>
                </a:lnTo>
                <a:lnTo>
                  <a:pt x="137960" y="500087"/>
                </a:lnTo>
                <a:lnTo>
                  <a:pt x="124853" y="477342"/>
                </a:lnTo>
                <a:lnTo>
                  <a:pt x="119125" y="475386"/>
                </a:lnTo>
                <a:close/>
              </a:path>
              <a:path extrusionOk="0" h="812800" w="672464">
                <a:moveTo>
                  <a:pt x="37795" y="157467"/>
                </a:moveTo>
                <a:lnTo>
                  <a:pt x="30327" y="158927"/>
                </a:lnTo>
                <a:lnTo>
                  <a:pt x="850" y="209765"/>
                </a:lnTo>
                <a:lnTo>
                  <a:pt x="3289" y="216966"/>
                </a:lnTo>
                <a:lnTo>
                  <a:pt x="119824" y="265252"/>
                </a:lnTo>
                <a:lnTo>
                  <a:pt x="125552" y="263309"/>
                </a:lnTo>
                <a:lnTo>
                  <a:pt x="138734" y="240601"/>
                </a:lnTo>
                <a:lnTo>
                  <a:pt x="137566" y="234657"/>
                </a:lnTo>
                <a:lnTo>
                  <a:pt x="37795" y="157467"/>
                </a:lnTo>
                <a:close/>
              </a:path>
              <a:path extrusionOk="0" h="812800" w="672464">
                <a:moveTo>
                  <a:pt x="392747" y="685800"/>
                </a:moveTo>
                <a:lnTo>
                  <a:pt x="279666" y="685800"/>
                </a:lnTo>
                <a:lnTo>
                  <a:pt x="272013" y="687344"/>
                </a:lnTo>
                <a:lnTo>
                  <a:pt x="265764" y="691557"/>
                </a:lnTo>
                <a:lnTo>
                  <a:pt x="261551" y="697806"/>
                </a:lnTo>
                <a:lnTo>
                  <a:pt x="260007" y="705459"/>
                </a:lnTo>
                <a:lnTo>
                  <a:pt x="260007" y="741857"/>
                </a:lnTo>
                <a:lnTo>
                  <a:pt x="261551" y="749510"/>
                </a:lnTo>
                <a:lnTo>
                  <a:pt x="265764" y="755759"/>
                </a:lnTo>
                <a:lnTo>
                  <a:pt x="272013" y="759972"/>
                </a:lnTo>
                <a:lnTo>
                  <a:pt x="279666" y="761517"/>
                </a:lnTo>
                <a:lnTo>
                  <a:pt x="392747" y="761517"/>
                </a:lnTo>
                <a:lnTo>
                  <a:pt x="400400" y="759972"/>
                </a:lnTo>
                <a:lnTo>
                  <a:pt x="406649" y="755759"/>
                </a:lnTo>
                <a:lnTo>
                  <a:pt x="410862" y="749510"/>
                </a:lnTo>
                <a:lnTo>
                  <a:pt x="412407" y="741857"/>
                </a:lnTo>
                <a:lnTo>
                  <a:pt x="412407" y="705459"/>
                </a:lnTo>
                <a:lnTo>
                  <a:pt x="410862" y="697806"/>
                </a:lnTo>
                <a:lnTo>
                  <a:pt x="406649" y="691557"/>
                </a:lnTo>
                <a:lnTo>
                  <a:pt x="400400" y="687344"/>
                </a:lnTo>
                <a:lnTo>
                  <a:pt x="392747" y="685800"/>
                </a:lnTo>
                <a:close/>
              </a:path>
              <a:path extrusionOk="0" h="812800" w="672464">
                <a:moveTo>
                  <a:pt x="336448" y="177800"/>
                </a:moveTo>
                <a:lnTo>
                  <a:pt x="335965" y="177800"/>
                </a:lnTo>
                <a:lnTo>
                  <a:pt x="286749" y="184559"/>
                </a:lnTo>
                <a:lnTo>
                  <a:pt x="242515" y="203632"/>
                </a:lnTo>
                <a:lnTo>
                  <a:pt x="205031" y="233213"/>
                </a:lnTo>
                <a:lnTo>
                  <a:pt x="176068" y="271495"/>
                </a:lnTo>
                <a:lnTo>
                  <a:pt x="157392" y="316673"/>
                </a:lnTo>
                <a:lnTo>
                  <a:pt x="150774" y="366941"/>
                </a:lnTo>
                <a:lnTo>
                  <a:pt x="153747" y="400228"/>
                </a:lnTo>
                <a:lnTo>
                  <a:pt x="162350" y="431123"/>
                </a:lnTo>
                <a:lnTo>
                  <a:pt x="176106" y="460099"/>
                </a:lnTo>
                <a:lnTo>
                  <a:pt x="194538" y="487629"/>
                </a:lnTo>
                <a:lnTo>
                  <a:pt x="206817" y="503385"/>
                </a:lnTo>
                <a:lnTo>
                  <a:pt x="218970" y="519385"/>
                </a:lnTo>
                <a:lnTo>
                  <a:pt x="239153" y="553999"/>
                </a:lnTo>
                <a:lnTo>
                  <a:pt x="252337" y="596425"/>
                </a:lnTo>
                <a:lnTo>
                  <a:pt x="257835" y="640689"/>
                </a:lnTo>
                <a:lnTo>
                  <a:pt x="258089" y="648081"/>
                </a:lnTo>
                <a:lnTo>
                  <a:pt x="258089" y="654888"/>
                </a:lnTo>
                <a:lnTo>
                  <a:pt x="263486" y="660400"/>
                </a:lnTo>
                <a:lnTo>
                  <a:pt x="408927" y="660400"/>
                </a:lnTo>
                <a:lnTo>
                  <a:pt x="414324" y="654888"/>
                </a:lnTo>
                <a:lnTo>
                  <a:pt x="414324" y="648081"/>
                </a:lnTo>
                <a:lnTo>
                  <a:pt x="414578" y="640689"/>
                </a:lnTo>
                <a:lnTo>
                  <a:pt x="420092" y="596425"/>
                </a:lnTo>
                <a:lnTo>
                  <a:pt x="433387" y="553999"/>
                </a:lnTo>
                <a:lnTo>
                  <a:pt x="453459" y="519385"/>
                </a:lnTo>
                <a:lnTo>
                  <a:pt x="477875" y="487629"/>
                </a:lnTo>
                <a:lnTo>
                  <a:pt x="496308" y="460099"/>
                </a:lnTo>
                <a:lnTo>
                  <a:pt x="510063" y="431123"/>
                </a:lnTo>
                <a:lnTo>
                  <a:pt x="518666" y="400228"/>
                </a:lnTo>
                <a:lnTo>
                  <a:pt x="521639" y="366941"/>
                </a:lnTo>
                <a:lnTo>
                  <a:pt x="515021" y="316673"/>
                </a:lnTo>
                <a:lnTo>
                  <a:pt x="496346" y="271495"/>
                </a:lnTo>
                <a:lnTo>
                  <a:pt x="467382" y="233213"/>
                </a:lnTo>
                <a:lnTo>
                  <a:pt x="429898" y="203632"/>
                </a:lnTo>
                <a:lnTo>
                  <a:pt x="385664" y="184559"/>
                </a:lnTo>
                <a:lnTo>
                  <a:pt x="336448" y="177800"/>
                </a:lnTo>
                <a:close/>
              </a:path>
            </a:pathLst>
          </a:custGeom>
          <a:solidFill>
            <a:srgbClr val="47D985"/>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89" name="Shape 89"/>
        <p:cNvGrpSpPr/>
        <p:nvPr/>
      </p:nvGrpSpPr>
      <p:grpSpPr>
        <a:xfrm>
          <a:off x="0" y="0"/>
          <a:ext cx="0" cy="0"/>
          <a:chOff x="0" y="0"/>
          <a:chExt cx="0" cy="0"/>
        </a:xfrm>
      </p:grpSpPr>
      <p:sp>
        <p:nvSpPr>
          <p:cNvPr id="90" name="Google Shape;90;p4"/>
          <p:cNvSpPr/>
          <p:nvPr/>
        </p:nvSpPr>
        <p:spPr>
          <a:xfrm>
            <a:off x="249892" y="6629431"/>
            <a:ext cx="4740275" cy="930910"/>
          </a:xfrm>
          <a:custGeom>
            <a:rect b="b" l="l" r="r" t="t"/>
            <a:pathLst>
              <a:path extrusionOk="0" h="930909" w="4740275">
                <a:moveTo>
                  <a:pt x="2377146" y="0"/>
                </a:moveTo>
                <a:lnTo>
                  <a:pt x="2328124" y="156"/>
                </a:lnTo>
                <a:lnTo>
                  <a:pt x="2279149" y="1011"/>
                </a:lnTo>
                <a:lnTo>
                  <a:pt x="2230226" y="2563"/>
                </a:lnTo>
                <a:lnTo>
                  <a:pt x="2181363" y="4809"/>
                </a:lnTo>
                <a:lnTo>
                  <a:pt x="2132567" y="7748"/>
                </a:lnTo>
                <a:lnTo>
                  <a:pt x="2083843" y="11380"/>
                </a:lnTo>
                <a:lnTo>
                  <a:pt x="2035199" y="15701"/>
                </a:lnTo>
                <a:lnTo>
                  <a:pt x="1986640" y="20711"/>
                </a:lnTo>
                <a:lnTo>
                  <a:pt x="1938174" y="26409"/>
                </a:lnTo>
                <a:lnTo>
                  <a:pt x="1889807" y="32792"/>
                </a:lnTo>
                <a:lnTo>
                  <a:pt x="1841546" y="39859"/>
                </a:lnTo>
                <a:lnTo>
                  <a:pt x="1793397" y="47608"/>
                </a:lnTo>
                <a:lnTo>
                  <a:pt x="1745366" y="56039"/>
                </a:lnTo>
                <a:lnTo>
                  <a:pt x="1697461" y="65149"/>
                </a:lnTo>
                <a:lnTo>
                  <a:pt x="1649688" y="74937"/>
                </a:lnTo>
                <a:lnTo>
                  <a:pt x="1602053" y="85402"/>
                </a:lnTo>
                <a:lnTo>
                  <a:pt x="1554563" y="96541"/>
                </a:lnTo>
                <a:lnTo>
                  <a:pt x="1507224" y="108354"/>
                </a:lnTo>
                <a:lnTo>
                  <a:pt x="1460044" y="120838"/>
                </a:lnTo>
                <a:lnTo>
                  <a:pt x="1413028" y="133993"/>
                </a:lnTo>
                <a:lnTo>
                  <a:pt x="1366183" y="147816"/>
                </a:lnTo>
                <a:lnTo>
                  <a:pt x="1319516" y="162307"/>
                </a:lnTo>
                <a:lnTo>
                  <a:pt x="1273034" y="177463"/>
                </a:lnTo>
                <a:lnTo>
                  <a:pt x="1226742" y="193283"/>
                </a:lnTo>
                <a:lnTo>
                  <a:pt x="1180648" y="209766"/>
                </a:lnTo>
                <a:lnTo>
                  <a:pt x="1134757" y="226910"/>
                </a:lnTo>
                <a:lnTo>
                  <a:pt x="1089077" y="244713"/>
                </a:lnTo>
                <a:lnTo>
                  <a:pt x="1043615" y="263175"/>
                </a:lnTo>
                <a:lnTo>
                  <a:pt x="998375" y="282292"/>
                </a:lnTo>
                <a:lnTo>
                  <a:pt x="953366" y="302065"/>
                </a:lnTo>
                <a:lnTo>
                  <a:pt x="908900" y="322351"/>
                </a:lnTo>
                <a:lnTo>
                  <a:pt x="864065" y="343568"/>
                </a:lnTo>
                <a:lnTo>
                  <a:pt x="819786" y="365296"/>
                </a:lnTo>
                <a:lnTo>
                  <a:pt x="775764" y="387672"/>
                </a:lnTo>
                <a:lnTo>
                  <a:pt x="732004" y="410696"/>
                </a:lnTo>
                <a:lnTo>
                  <a:pt x="688514" y="434365"/>
                </a:lnTo>
                <a:lnTo>
                  <a:pt x="645300" y="458678"/>
                </a:lnTo>
                <a:lnTo>
                  <a:pt x="602369" y="483634"/>
                </a:lnTo>
                <a:lnTo>
                  <a:pt x="559727" y="509231"/>
                </a:lnTo>
                <a:lnTo>
                  <a:pt x="517380" y="535467"/>
                </a:lnTo>
                <a:lnTo>
                  <a:pt x="475336" y="562342"/>
                </a:lnTo>
                <a:lnTo>
                  <a:pt x="433601" y="589852"/>
                </a:lnTo>
                <a:lnTo>
                  <a:pt x="392181" y="617998"/>
                </a:lnTo>
                <a:lnTo>
                  <a:pt x="351084" y="646777"/>
                </a:lnTo>
                <a:lnTo>
                  <a:pt x="310315" y="676187"/>
                </a:lnTo>
                <a:lnTo>
                  <a:pt x="269865" y="706240"/>
                </a:lnTo>
                <a:lnTo>
                  <a:pt x="229788" y="736898"/>
                </a:lnTo>
                <a:lnTo>
                  <a:pt x="190044" y="768194"/>
                </a:lnTo>
                <a:lnTo>
                  <a:pt x="152263" y="798561"/>
                </a:lnTo>
                <a:lnTo>
                  <a:pt x="115000" y="829401"/>
                </a:lnTo>
                <a:lnTo>
                  <a:pt x="78255" y="860709"/>
                </a:lnTo>
                <a:lnTo>
                  <a:pt x="42032" y="892476"/>
                </a:lnTo>
                <a:lnTo>
                  <a:pt x="6330" y="924695"/>
                </a:lnTo>
                <a:lnTo>
                  <a:pt x="0" y="930574"/>
                </a:lnTo>
                <a:lnTo>
                  <a:pt x="604291" y="930574"/>
                </a:lnTo>
                <a:lnTo>
                  <a:pt x="633499" y="911323"/>
                </a:lnTo>
                <a:lnTo>
                  <a:pt x="676655" y="883733"/>
                </a:lnTo>
                <a:lnTo>
                  <a:pt x="720284" y="856687"/>
                </a:lnTo>
                <a:lnTo>
                  <a:pt x="764383" y="830190"/>
                </a:lnTo>
                <a:lnTo>
                  <a:pt x="808947" y="804248"/>
                </a:lnTo>
                <a:lnTo>
                  <a:pt x="853970" y="778866"/>
                </a:lnTo>
                <a:lnTo>
                  <a:pt x="899448" y="754049"/>
                </a:lnTo>
                <a:lnTo>
                  <a:pt x="945377" y="729802"/>
                </a:lnTo>
                <a:lnTo>
                  <a:pt x="991533" y="706240"/>
                </a:lnTo>
                <a:lnTo>
                  <a:pt x="1037895" y="683371"/>
                </a:lnTo>
                <a:lnTo>
                  <a:pt x="1084455" y="661194"/>
                </a:lnTo>
                <a:lnTo>
                  <a:pt x="1131206" y="639712"/>
                </a:lnTo>
                <a:lnTo>
                  <a:pt x="1178142" y="618925"/>
                </a:lnTo>
                <a:lnTo>
                  <a:pt x="1225255" y="598834"/>
                </a:lnTo>
                <a:lnTo>
                  <a:pt x="1272538" y="579439"/>
                </a:lnTo>
                <a:lnTo>
                  <a:pt x="1319985" y="560742"/>
                </a:lnTo>
                <a:lnTo>
                  <a:pt x="1367589" y="542744"/>
                </a:lnTo>
                <a:lnTo>
                  <a:pt x="1415341" y="525445"/>
                </a:lnTo>
                <a:lnTo>
                  <a:pt x="1463236" y="508846"/>
                </a:lnTo>
                <a:lnTo>
                  <a:pt x="1511266" y="492948"/>
                </a:lnTo>
                <a:lnTo>
                  <a:pt x="1559425" y="477753"/>
                </a:lnTo>
                <a:lnTo>
                  <a:pt x="1607705" y="463260"/>
                </a:lnTo>
                <a:lnTo>
                  <a:pt x="1656099" y="449471"/>
                </a:lnTo>
                <a:lnTo>
                  <a:pt x="1704601" y="436386"/>
                </a:lnTo>
                <a:lnTo>
                  <a:pt x="1753203" y="424007"/>
                </a:lnTo>
                <a:lnTo>
                  <a:pt x="1801898" y="412335"/>
                </a:lnTo>
                <a:lnTo>
                  <a:pt x="1850680" y="401369"/>
                </a:lnTo>
                <a:lnTo>
                  <a:pt x="1899541" y="391112"/>
                </a:lnTo>
                <a:lnTo>
                  <a:pt x="1948474" y="381563"/>
                </a:lnTo>
                <a:lnTo>
                  <a:pt x="1997473" y="372725"/>
                </a:lnTo>
                <a:lnTo>
                  <a:pt x="2046530" y="364597"/>
                </a:lnTo>
                <a:lnTo>
                  <a:pt x="2095638" y="357181"/>
                </a:lnTo>
                <a:lnTo>
                  <a:pt x="2144791" y="350477"/>
                </a:lnTo>
                <a:lnTo>
                  <a:pt x="2193981" y="344487"/>
                </a:lnTo>
                <a:lnTo>
                  <a:pt x="2243201" y="339211"/>
                </a:lnTo>
                <a:lnTo>
                  <a:pt x="2292444" y="334650"/>
                </a:lnTo>
                <a:lnTo>
                  <a:pt x="2341704" y="330805"/>
                </a:lnTo>
                <a:lnTo>
                  <a:pt x="2390973" y="327677"/>
                </a:lnTo>
                <a:lnTo>
                  <a:pt x="2440244" y="325267"/>
                </a:lnTo>
                <a:lnTo>
                  <a:pt x="2489511" y="323575"/>
                </a:lnTo>
                <a:lnTo>
                  <a:pt x="2538765" y="322603"/>
                </a:lnTo>
                <a:lnTo>
                  <a:pt x="3826940" y="322351"/>
                </a:lnTo>
                <a:lnTo>
                  <a:pt x="3816697" y="317600"/>
                </a:lnTo>
                <a:lnTo>
                  <a:pt x="3771953" y="297596"/>
                </a:lnTo>
                <a:lnTo>
                  <a:pt x="3726882" y="278194"/>
                </a:lnTo>
                <a:lnTo>
                  <a:pt x="3681491" y="259396"/>
                </a:lnTo>
                <a:lnTo>
                  <a:pt x="3635783" y="241207"/>
                </a:lnTo>
                <a:lnTo>
                  <a:pt x="3589765" y="223631"/>
                </a:lnTo>
                <a:lnTo>
                  <a:pt x="3543441" y="206672"/>
                </a:lnTo>
                <a:lnTo>
                  <a:pt x="3496817" y="190334"/>
                </a:lnTo>
                <a:lnTo>
                  <a:pt x="3449896" y="174620"/>
                </a:lnTo>
                <a:lnTo>
                  <a:pt x="3402686" y="159535"/>
                </a:lnTo>
                <a:lnTo>
                  <a:pt x="3355190" y="145082"/>
                </a:lnTo>
                <a:lnTo>
                  <a:pt x="3307414" y="131266"/>
                </a:lnTo>
                <a:lnTo>
                  <a:pt x="3259363" y="118090"/>
                </a:lnTo>
                <a:lnTo>
                  <a:pt x="3211042" y="105559"/>
                </a:lnTo>
                <a:lnTo>
                  <a:pt x="3162456" y="93676"/>
                </a:lnTo>
                <a:lnTo>
                  <a:pt x="3113610" y="82445"/>
                </a:lnTo>
                <a:lnTo>
                  <a:pt x="3064676" y="71948"/>
                </a:lnTo>
                <a:lnTo>
                  <a:pt x="3015690" y="62172"/>
                </a:lnTo>
                <a:lnTo>
                  <a:pt x="2966659" y="53116"/>
                </a:lnTo>
                <a:lnTo>
                  <a:pt x="2917589" y="44777"/>
                </a:lnTo>
                <a:lnTo>
                  <a:pt x="2868488" y="37155"/>
                </a:lnTo>
                <a:lnTo>
                  <a:pt x="2819360" y="30248"/>
                </a:lnTo>
                <a:lnTo>
                  <a:pt x="2770214" y="24055"/>
                </a:lnTo>
                <a:lnTo>
                  <a:pt x="2721055" y="18573"/>
                </a:lnTo>
                <a:lnTo>
                  <a:pt x="2671891" y="13801"/>
                </a:lnTo>
                <a:lnTo>
                  <a:pt x="2622727" y="9738"/>
                </a:lnTo>
                <a:lnTo>
                  <a:pt x="2573570" y="6382"/>
                </a:lnTo>
                <a:lnTo>
                  <a:pt x="2524427" y="3732"/>
                </a:lnTo>
                <a:lnTo>
                  <a:pt x="2475304" y="1786"/>
                </a:lnTo>
                <a:lnTo>
                  <a:pt x="2426209" y="542"/>
                </a:lnTo>
                <a:lnTo>
                  <a:pt x="2377146" y="0"/>
                </a:lnTo>
                <a:close/>
              </a:path>
              <a:path extrusionOk="0" h="930909" w="4740275">
                <a:moveTo>
                  <a:pt x="3826940" y="322351"/>
                </a:moveTo>
                <a:lnTo>
                  <a:pt x="2588001" y="322351"/>
                </a:lnTo>
                <a:lnTo>
                  <a:pt x="2637212" y="322820"/>
                </a:lnTo>
                <a:lnTo>
                  <a:pt x="2686389" y="324012"/>
                </a:lnTo>
                <a:lnTo>
                  <a:pt x="2735527" y="325926"/>
                </a:lnTo>
                <a:lnTo>
                  <a:pt x="2784618" y="328564"/>
                </a:lnTo>
                <a:lnTo>
                  <a:pt x="2833656" y="331927"/>
                </a:lnTo>
                <a:lnTo>
                  <a:pt x="2882632" y="336016"/>
                </a:lnTo>
                <a:lnTo>
                  <a:pt x="2931541" y="340831"/>
                </a:lnTo>
                <a:lnTo>
                  <a:pt x="2980375" y="346373"/>
                </a:lnTo>
                <a:lnTo>
                  <a:pt x="3029128" y="352644"/>
                </a:lnTo>
                <a:lnTo>
                  <a:pt x="3077791" y="359644"/>
                </a:lnTo>
                <a:lnTo>
                  <a:pt x="3126359" y="367374"/>
                </a:lnTo>
                <a:lnTo>
                  <a:pt x="3174824" y="375834"/>
                </a:lnTo>
                <a:lnTo>
                  <a:pt x="3223179" y="385027"/>
                </a:lnTo>
                <a:lnTo>
                  <a:pt x="3271417" y="394951"/>
                </a:lnTo>
                <a:lnTo>
                  <a:pt x="3319532" y="405610"/>
                </a:lnTo>
                <a:lnTo>
                  <a:pt x="3367516" y="417003"/>
                </a:lnTo>
                <a:lnTo>
                  <a:pt x="3415362" y="429131"/>
                </a:lnTo>
                <a:lnTo>
                  <a:pt x="3463063" y="441995"/>
                </a:lnTo>
                <a:lnTo>
                  <a:pt x="3511235" y="455752"/>
                </a:lnTo>
                <a:lnTo>
                  <a:pt x="3559065" y="470223"/>
                </a:lnTo>
                <a:lnTo>
                  <a:pt x="3606550" y="485403"/>
                </a:lnTo>
                <a:lnTo>
                  <a:pt x="3653683" y="501288"/>
                </a:lnTo>
                <a:lnTo>
                  <a:pt x="3700459" y="517874"/>
                </a:lnTo>
                <a:lnTo>
                  <a:pt x="3746873" y="535156"/>
                </a:lnTo>
                <a:lnTo>
                  <a:pt x="3792920" y="553131"/>
                </a:lnTo>
                <a:lnTo>
                  <a:pt x="3838593" y="571792"/>
                </a:lnTo>
                <a:lnTo>
                  <a:pt x="3883888" y="591137"/>
                </a:lnTo>
                <a:lnTo>
                  <a:pt x="3928798" y="611161"/>
                </a:lnTo>
                <a:lnTo>
                  <a:pt x="3973320" y="631860"/>
                </a:lnTo>
                <a:lnTo>
                  <a:pt x="4017447" y="653228"/>
                </a:lnTo>
                <a:lnTo>
                  <a:pt x="4061174" y="675263"/>
                </a:lnTo>
                <a:lnTo>
                  <a:pt x="4104496" y="697958"/>
                </a:lnTo>
                <a:lnTo>
                  <a:pt x="4147406" y="721311"/>
                </a:lnTo>
                <a:lnTo>
                  <a:pt x="4189901" y="745317"/>
                </a:lnTo>
                <a:lnTo>
                  <a:pt x="4231974" y="769971"/>
                </a:lnTo>
                <a:lnTo>
                  <a:pt x="4273620" y="795269"/>
                </a:lnTo>
                <a:lnTo>
                  <a:pt x="4314834" y="821206"/>
                </a:lnTo>
                <a:lnTo>
                  <a:pt x="4355610" y="847779"/>
                </a:lnTo>
                <a:lnTo>
                  <a:pt x="4395942" y="874982"/>
                </a:lnTo>
                <a:lnTo>
                  <a:pt x="4435827" y="902813"/>
                </a:lnTo>
                <a:lnTo>
                  <a:pt x="4474299" y="930574"/>
                </a:lnTo>
                <a:lnTo>
                  <a:pt x="4739806" y="930574"/>
                </a:lnTo>
                <a:lnTo>
                  <a:pt x="4708214" y="901713"/>
                </a:lnTo>
                <a:lnTo>
                  <a:pt x="4671937" y="869489"/>
                </a:lnTo>
                <a:lnTo>
                  <a:pt x="4635222" y="837779"/>
                </a:lnTo>
                <a:lnTo>
                  <a:pt x="4598074" y="806587"/>
                </a:lnTo>
                <a:lnTo>
                  <a:pt x="4560497" y="775917"/>
                </a:lnTo>
                <a:lnTo>
                  <a:pt x="4522497" y="745772"/>
                </a:lnTo>
                <a:lnTo>
                  <a:pt x="4484079" y="716158"/>
                </a:lnTo>
                <a:lnTo>
                  <a:pt x="4445248" y="687077"/>
                </a:lnTo>
                <a:lnTo>
                  <a:pt x="4406009" y="658533"/>
                </a:lnTo>
                <a:lnTo>
                  <a:pt x="4366367" y="630532"/>
                </a:lnTo>
                <a:lnTo>
                  <a:pt x="4326328" y="603076"/>
                </a:lnTo>
                <a:lnTo>
                  <a:pt x="4285896" y="576169"/>
                </a:lnTo>
                <a:lnTo>
                  <a:pt x="4245077" y="549817"/>
                </a:lnTo>
                <a:lnTo>
                  <a:pt x="4203875" y="524021"/>
                </a:lnTo>
                <a:lnTo>
                  <a:pt x="4162296" y="498787"/>
                </a:lnTo>
                <a:lnTo>
                  <a:pt x="4120345" y="474118"/>
                </a:lnTo>
                <a:lnTo>
                  <a:pt x="4078027" y="450019"/>
                </a:lnTo>
                <a:lnTo>
                  <a:pt x="4035347" y="426493"/>
                </a:lnTo>
                <a:lnTo>
                  <a:pt x="3992310" y="403544"/>
                </a:lnTo>
                <a:lnTo>
                  <a:pt x="3948922" y="381176"/>
                </a:lnTo>
                <a:lnTo>
                  <a:pt x="3905187" y="359394"/>
                </a:lnTo>
                <a:lnTo>
                  <a:pt x="3861110" y="338200"/>
                </a:lnTo>
                <a:lnTo>
                  <a:pt x="3826940" y="322351"/>
                </a:lnTo>
                <a:close/>
              </a:path>
            </a:pathLst>
          </a:custGeom>
          <a:solidFill>
            <a:srgbClr val="47D985"/>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91" name="Google Shape;91;p4"/>
          <p:cNvSpPr txBox="1"/>
          <p:nvPr/>
        </p:nvSpPr>
        <p:spPr>
          <a:xfrm>
            <a:off x="499489" y="1866798"/>
            <a:ext cx="5505200" cy="4321696"/>
          </a:xfrm>
          <a:prstGeom prst="rect">
            <a:avLst/>
          </a:prstGeom>
          <a:noFill/>
          <a:ln>
            <a:noFill/>
          </a:ln>
        </p:spPr>
        <p:txBody>
          <a:bodyPr anchorCtr="0" anchor="t" bIns="0" lIns="0" spcFirstLastPara="1" rIns="0" wrap="square" tIns="12700">
            <a:spAutoFit/>
          </a:bodyPr>
          <a:lstStyle/>
          <a:p>
            <a:pPr indent="0" lvl="0" marL="0" rtl="0" algn="l">
              <a:spcBef>
                <a:spcPts val="0"/>
              </a:spcBef>
              <a:spcAft>
                <a:spcPts val="0"/>
              </a:spcAft>
              <a:buNone/>
            </a:pPr>
            <a:r>
              <a:rPr lang="en-US" sz="1600">
                <a:latin typeface="Arial"/>
                <a:ea typeface="Arial"/>
                <a:cs typeface="Arial"/>
                <a:sym typeface="Arial"/>
              </a:rPr>
              <a:t>Agricultural investment in Egypt faces inefficiency and low trust due to informal communication, manual processes, and lack of a unified digital platform connecting farmers, investors, and buyers.</a:t>
            </a:r>
            <a:endParaRPr/>
          </a:p>
          <a:p>
            <a:pPr indent="0" lvl="0" marL="0" rtl="0" algn="l">
              <a:spcBef>
                <a:spcPts val="0"/>
              </a:spcBef>
              <a:spcAft>
                <a:spcPts val="0"/>
              </a:spcAft>
              <a:buNone/>
            </a:pPr>
            <a:r>
              <a:t/>
            </a:r>
            <a:endParaRPr sz="1600"/>
          </a:p>
          <a:p>
            <a:pPr indent="0" lvl="0" marL="38100" marR="0" rtl="0" algn="l">
              <a:lnSpc>
                <a:spcPct val="100000"/>
              </a:lnSpc>
              <a:spcBef>
                <a:spcPts val="45"/>
              </a:spcBef>
              <a:spcAft>
                <a:spcPts val="0"/>
              </a:spcAft>
              <a:buClr>
                <a:srgbClr val="00625F"/>
              </a:buClr>
              <a:buSzPts val="2400"/>
              <a:buFont typeface="Arial"/>
              <a:buNone/>
            </a:pPr>
            <a:r>
              <a:rPr b="1" i="0" lang="en-US" sz="2400" u="none" cap="none" strike="noStrike">
                <a:solidFill>
                  <a:srgbClr val="00625F"/>
                </a:solidFill>
                <a:latin typeface="Arial"/>
                <a:ea typeface="Arial"/>
                <a:cs typeface="Arial"/>
                <a:sym typeface="Arial"/>
              </a:rPr>
              <a:t>Key Challenges:</a:t>
            </a:r>
            <a:endParaRPr b="1" sz="1600">
              <a:latin typeface="Arial"/>
              <a:ea typeface="Arial"/>
              <a:cs typeface="Arial"/>
              <a:sym typeface="Arial"/>
            </a:endParaRPr>
          </a:p>
          <a:p>
            <a:pPr indent="-127000" lvl="0" marL="0" rtl="0" algn="l">
              <a:spcBef>
                <a:spcPts val="0"/>
              </a:spcBef>
              <a:spcAft>
                <a:spcPts val="0"/>
              </a:spcAft>
              <a:buClr>
                <a:srgbClr val="00625F"/>
              </a:buClr>
              <a:buSzPts val="2000"/>
              <a:buFont typeface="Arial"/>
              <a:buChar char="•"/>
            </a:pPr>
            <a:r>
              <a:rPr b="1" lang="en-US" sz="2000">
                <a:solidFill>
                  <a:srgbClr val="00625F"/>
                </a:solidFill>
                <a:latin typeface="Arial"/>
                <a:ea typeface="Arial"/>
                <a:cs typeface="Arial"/>
                <a:sym typeface="Arial"/>
              </a:rPr>
              <a:t>Farmers:</a:t>
            </a:r>
            <a:br>
              <a:rPr lang="en-US" sz="1600"/>
            </a:br>
            <a:r>
              <a:rPr lang="en-US" sz="1600">
                <a:latin typeface="Arial"/>
                <a:ea typeface="Arial"/>
                <a:cs typeface="Arial"/>
                <a:sym typeface="Arial"/>
              </a:rPr>
              <a:t>No digital records, limited funding access, weak market reach.</a:t>
            </a:r>
            <a:endParaRPr/>
          </a:p>
          <a:p>
            <a:pPr indent="-127000" lvl="0" marL="0" rtl="0" algn="l">
              <a:spcBef>
                <a:spcPts val="0"/>
              </a:spcBef>
              <a:spcAft>
                <a:spcPts val="0"/>
              </a:spcAft>
              <a:buClr>
                <a:srgbClr val="00625F"/>
              </a:buClr>
              <a:buSzPts val="2000"/>
              <a:buFont typeface="Arial"/>
              <a:buChar char="•"/>
            </a:pPr>
            <a:r>
              <a:rPr b="1" lang="en-US" sz="2000">
                <a:solidFill>
                  <a:srgbClr val="00625F"/>
                </a:solidFill>
                <a:latin typeface="Arial"/>
                <a:ea typeface="Arial"/>
                <a:cs typeface="Arial"/>
                <a:sym typeface="Arial"/>
              </a:rPr>
              <a:t>Investors:</a:t>
            </a:r>
            <a:br>
              <a:rPr lang="en-US" sz="1600"/>
            </a:br>
            <a:r>
              <a:rPr lang="en-US" sz="1600">
                <a:latin typeface="Arial"/>
                <a:ea typeface="Arial"/>
                <a:cs typeface="Arial"/>
                <a:sym typeface="Arial"/>
              </a:rPr>
              <a:t>Lack of accurate data, unclear risks, no real-time tracking.</a:t>
            </a:r>
            <a:endParaRPr/>
          </a:p>
          <a:p>
            <a:pPr indent="-127000" lvl="0" marL="0" rtl="0" algn="l">
              <a:spcBef>
                <a:spcPts val="0"/>
              </a:spcBef>
              <a:spcAft>
                <a:spcPts val="0"/>
              </a:spcAft>
              <a:buClr>
                <a:srgbClr val="00625F"/>
              </a:buClr>
              <a:buSzPts val="2000"/>
              <a:buFont typeface="Arial"/>
              <a:buChar char="•"/>
            </a:pPr>
            <a:r>
              <a:rPr b="1" lang="en-US" sz="2000">
                <a:solidFill>
                  <a:srgbClr val="00625F"/>
                </a:solidFill>
                <a:latin typeface="Arial"/>
                <a:ea typeface="Arial"/>
                <a:cs typeface="Arial"/>
                <a:sym typeface="Arial"/>
              </a:rPr>
              <a:t>Buyers:</a:t>
            </a:r>
            <a:br>
              <a:rPr lang="en-US" sz="1600"/>
            </a:br>
            <a:r>
              <a:rPr lang="en-US" sz="1600">
                <a:latin typeface="Arial"/>
                <a:ea typeface="Arial"/>
                <a:cs typeface="Arial"/>
                <a:sym typeface="Arial"/>
              </a:rPr>
              <a:t>Dependence on intermediaries, higher costs, limited access to fresh products.</a:t>
            </a:r>
            <a:endParaRPr/>
          </a:p>
          <a:p>
            <a:pPr indent="-127000" lvl="0" marL="0" rtl="0" algn="l">
              <a:spcBef>
                <a:spcPts val="0"/>
              </a:spcBef>
              <a:spcAft>
                <a:spcPts val="0"/>
              </a:spcAft>
              <a:buClr>
                <a:srgbClr val="00625F"/>
              </a:buClr>
              <a:buSzPts val="2000"/>
              <a:buFont typeface="Arial"/>
              <a:buChar char="•"/>
            </a:pPr>
            <a:r>
              <a:rPr b="1" lang="en-US" sz="2000">
                <a:solidFill>
                  <a:srgbClr val="00625F"/>
                </a:solidFill>
                <a:latin typeface="Arial"/>
                <a:ea typeface="Arial"/>
                <a:cs typeface="Arial"/>
                <a:sym typeface="Arial"/>
              </a:rPr>
              <a:t>System-Level Issues:</a:t>
            </a:r>
            <a:br>
              <a:rPr lang="en-US" sz="1600"/>
            </a:br>
            <a:r>
              <a:rPr lang="en-US" sz="1600">
                <a:latin typeface="Arial"/>
                <a:ea typeface="Arial"/>
                <a:cs typeface="Arial"/>
                <a:sym typeface="Arial"/>
              </a:rPr>
              <a:t>Manual agreements, weak oversight, delayed settlements.</a:t>
            </a:r>
            <a:endParaRPr/>
          </a:p>
        </p:txBody>
      </p:sp>
      <p:sp>
        <p:nvSpPr>
          <p:cNvPr id="92" name="Google Shape;92;p4"/>
          <p:cNvSpPr txBox="1"/>
          <p:nvPr>
            <p:ph type="title"/>
          </p:nvPr>
        </p:nvSpPr>
        <p:spPr>
          <a:xfrm>
            <a:off x="527300" y="487174"/>
            <a:ext cx="7592059" cy="638636"/>
          </a:xfrm>
          <a:prstGeom prst="rect">
            <a:avLst/>
          </a:prstGeom>
          <a:noFill/>
          <a:ln>
            <a:noFill/>
          </a:ln>
        </p:spPr>
        <p:txBody>
          <a:bodyPr anchorCtr="0" anchor="t" bIns="0" lIns="0" spcFirstLastPara="1" rIns="0" wrap="square" tIns="83800">
            <a:spAutoFit/>
          </a:bodyPr>
          <a:lstStyle/>
          <a:p>
            <a:pPr indent="0" lvl="0" marL="0" rtl="0" algn="l">
              <a:spcBef>
                <a:spcPts val="0"/>
              </a:spcBef>
              <a:spcAft>
                <a:spcPts val="0"/>
              </a:spcAft>
              <a:buNone/>
            </a:pPr>
            <a:r>
              <a:rPr b="1" lang="en-US" sz="3600"/>
              <a:t> Problem Statement</a:t>
            </a:r>
            <a:endParaRPr/>
          </a:p>
        </p:txBody>
      </p:sp>
      <p:pic>
        <p:nvPicPr>
          <p:cNvPr id="93" name="Google Shape;93;p4"/>
          <p:cNvPicPr preferRelativeResize="0"/>
          <p:nvPr/>
        </p:nvPicPr>
        <p:blipFill rotWithShape="1">
          <a:blip r:embed="rId3">
            <a:alphaModFix/>
          </a:blip>
          <a:srcRect b="0" l="0" r="0" t="0"/>
          <a:stretch/>
        </p:blipFill>
        <p:spPr>
          <a:xfrm>
            <a:off x="4573587" y="0"/>
            <a:ext cx="6118416" cy="858913"/>
          </a:xfrm>
          <a:prstGeom prst="rect">
            <a:avLst/>
          </a:prstGeom>
          <a:noFill/>
          <a:ln>
            <a:noFill/>
          </a:ln>
        </p:spPr>
      </p:pic>
      <p:pic>
        <p:nvPicPr>
          <p:cNvPr id="94" name="Google Shape;94;p4"/>
          <p:cNvPicPr preferRelativeResize="0"/>
          <p:nvPr/>
        </p:nvPicPr>
        <p:blipFill rotWithShape="1">
          <a:blip r:embed="rId4">
            <a:alphaModFix/>
          </a:blip>
          <a:srcRect b="0" l="0" r="0" t="0"/>
          <a:stretch/>
        </p:blipFill>
        <p:spPr>
          <a:xfrm>
            <a:off x="6337300" y="1667536"/>
            <a:ext cx="4057400" cy="4288516"/>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99" name="Shape 99"/>
        <p:cNvGrpSpPr/>
        <p:nvPr/>
      </p:nvGrpSpPr>
      <p:grpSpPr>
        <a:xfrm>
          <a:off x="0" y="0"/>
          <a:ext cx="0" cy="0"/>
          <a:chOff x="0" y="0"/>
          <a:chExt cx="0" cy="0"/>
        </a:xfrm>
      </p:grpSpPr>
      <p:sp>
        <p:nvSpPr>
          <p:cNvPr id="100" name="Google Shape;100;p5"/>
          <p:cNvSpPr/>
          <p:nvPr/>
        </p:nvSpPr>
        <p:spPr>
          <a:xfrm>
            <a:off x="2" y="16"/>
            <a:ext cx="10685780" cy="7560309"/>
          </a:xfrm>
          <a:custGeom>
            <a:rect b="b" l="l" r="r" t="t"/>
            <a:pathLst>
              <a:path extrusionOk="0" h="7560309" w="10685780">
                <a:moveTo>
                  <a:pt x="0" y="0"/>
                </a:moveTo>
                <a:lnTo>
                  <a:pt x="0" y="7559986"/>
                </a:lnTo>
                <a:lnTo>
                  <a:pt x="10685702" y="7559986"/>
                </a:lnTo>
                <a:lnTo>
                  <a:pt x="10685702" y="0"/>
                </a:lnTo>
                <a:lnTo>
                  <a:pt x="0" y="0"/>
                </a:lnTo>
                <a:close/>
              </a:path>
            </a:pathLst>
          </a:custGeom>
          <a:solidFill>
            <a:srgbClr val="00625F"/>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grpSp>
        <p:nvGrpSpPr>
          <p:cNvPr id="101" name="Google Shape;101;p5"/>
          <p:cNvGrpSpPr/>
          <p:nvPr/>
        </p:nvGrpSpPr>
        <p:grpSpPr>
          <a:xfrm>
            <a:off x="0" y="0"/>
            <a:ext cx="10685703" cy="7560004"/>
            <a:chOff x="0" y="0"/>
            <a:chExt cx="10685703" cy="7560004"/>
          </a:xfrm>
        </p:grpSpPr>
        <p:pic>
          <p:nvPicPr>
            <p:cNvPr id="102" name="Google Shape;102;p5"/>
            <p:cNvPicPr preferRelativeResize="0"/>
            <p:nvPr/>
          </p:nvPicPr>
          <p:blipFill rotWithShape="1">
            <a:blip r:embed="rId3">
              <a:alphaModFix/>
            </a:blip>
            <a:srcRect b="0" l="0" r="0" t="0"/>
            <a:stretch/>
          </p:blipFill>
          <p:spPr>
            <a:xfrm>
              <a:off x="1230464" y="0"/>
              <a:ext cx="9455238" cy="3052991"/>
            </a:xfrm>
            <a:prstGeom prst="rect">
              <a:avLst/>
            </a:prstGeom>
            <a:noFill/>
            <a:ln>
              <a:noFill/>
            </a:ln>
          </p:spPr>
        </p:pic>
        <p:pic>
          <p:nvPicPr>
            <p:cNvPr id="103" name="Google Shape;103;p5"/>
            <p:cNvPicPr preferRelativeResize="0"/>
            <p:nvPr/>
          </p:nvPicPr>
          <p:blipFill rotWithShape="1">
            <a:blip r:embed="rId4">
              <a:alphaModFix/>
            </a:blip>
            <a:srcRect b="0" l="0" r="0" t="0"/>
            <a:stretch/>
          </p:blipFill>
          <p:spPr>
            <a:xfrm>
              <a:off x="0" y="12"/>
              <a:ext cx="1237449" cy="7559992"/>
            </a:xfrm>
            <a:prstGeom prst="rect">
              <a:avLst/>
            </a:prstGeom>
            <a:noFill/>
            <a:ln>
              <a:noFill/>
            </a:ln>
          </p:spPr>
        </p:pic>
        <p:pic>
          <p:nvPicPr>
            <p:cNvPr id="104" name="Google Shape;104;p5"/>
            <p:cNvPicPr preferRelativeResize="0"/>
            <p:nvPr/>
          </p:nvPicPr>
          <p:blipFill rotWithShape="1">
            <a:blip r:embed="rId5">
              <a:alphaModFix/>
            </a:blip>
            <a:srcRect b="0" l="0" r="0" t="0"/>
            <a:stretch/>
          </p:blipFill>
          <p:spPr>
            <a:xfrm>
              <a:off x="1230464" y="3045752"/>
              <a:ext cx="9455238" cy="3222599"/>
            </a:xfrm>
            <a:prstGeom prst="rect">
              <a:avLst/>
            </a:prstGeom>
            <a:noFill/>
            <a:ln>
              <a:noFill/>
            </a:ln>
          </p:spPr>
        </p:pic>
        <p:pic>
          <p:nvPicPr>
            <p:cNvPr id="105" name="Google Shape;105;p5"/>
            <p:cNvPicPr preferRelativeResize="0"/>
            <p:nvPr/>
          </p:nvPicPr>
          <p:blipFill rotWithShape="1">
            <a:blip r:embed="rId6">
              <a:alphaModFix/>
            </a:blip>
            <a:srcRect b="0" l="0" r="0" t="0"/>
            <a:stretch/>
          </p:blipFill>
          <p:spPr>
            <a:xfrm>
              <a:off x="1231074" y="6261087"/>
              <a:ext cx="9454629" cy="1298917"/>
            </a:xfrm>
            <a:prstGeom prst="rect">
              <a:avLst/>
            </a:prstGeom>
            <a:noFill/>
            <a:ln>
              <a:noFill/>
            </a:ln>
          </p:spPr>
        </p:pic>
      </p:grpSp>
      <p:sp>
        <p:nvSpPr>
          <p:cNvPr id="106" name="Google Shape;106;p5"/>
          <p:cNvSpPr txBox="1"/>
          <p:nvPr/>
        </p:nvSpPr>
        <p:spPr>
          <a:xfrm>
            <a:off x="1496644" y="377743"/>
            <a:ext cx="2998600" cy="628377"/>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b="1" lang="en-US" sz="4000">
                <a:solidFill>
                  <a:srgbClr val="FFFFFF"/>
                </a:solidFill>
                <a:latin typeface="Tahoma"/>
                <a:ea typeface="Tahoma"/>
                <a:cs typeface="Tahoma"/>
                <a:sym typeface="Tahoma"/>
              </a:rPr>
              <a:t>Overview</a:t>
            </a:r>
            <a:endParaRPr sz="4000">
              <a:latin typeface="Tahoma"/>
              <a:ea typeface="Tahoma"/>
              <a:cs typeface="Tahoma"/>
              <a:sym typeface="Tahoma"/>
            </a:endParaRPr>
          </a:p>
        </p:txBody>
      </p:sp>
      <p:sp>
        <p:nvSpPr>
          <p:cNvPr id="107" name="Google Shape;107;p5"/>
          <p:cNvSpPr txBox="1"/>
          <p:nvPr>
            <p:ph idx="12" type="sldNum"/>
          </p:nvPr>
        </p:nvSpPr>
        <p:spPr>
          <a:xfrm>
            <a:off x="501900" y="7055043"/>
            <a:ext cx="2872104" cy="167640"/>
          </a:xfrm>
          <a:prstGeom prst="rect">
            <a:avLst/>
          </a:prstGeom>
          <a:noFill/>
          <a:ln>
            <a:noFill/>
          </a:ln>
        </p:spPr>
        <p:txBody>
          <a:bodyPr anchorCtr="0" anchor="t" bIns="0" lIns="0" spcFirstLastPara="1" rIns="0" wrap="square" tIns="5700">
            <a:spAutoFit/>
          </a:bodyPr>
          <a:lstStyle/>
          <a:p>
            <a:pPr indent="0" lvl="0" marL="38100" rtl="0" algn="l">
              <a:lnSpc>
                <a:spcPct val="100000"/>
              </a:lnSpc>
              <a:spcBef>
                <a:spcPts val="0"/>
              </a:spcBef>
              <a:spcAft>
                <a:spcPts val="0"/>
              </a:spcAft>
              <a:buNone/>
            </a:pPr>
            <a:fld id="{00000000-1234-1234-1234-123412341234}" type="slidenum">
              <a:rPr lang="en-US"/>
              <a:t>‹#›</a:t>
            </a:fld>
            <a:r>
              <a:rPr lang="en-US"/>
              <a:t>  Farm Management Information Systems (FMIS)</a:t>
            </a:r>
            <a:endParaRPr/>
          </a:p>
        </p:txBody>
      </p:sp>
      <p:sp>
        <p:nvSpPr>
          <p:cNvPr id="108" name="Google Shape;108;p5"/>
          <p:cNvSpPr txBox="1"/>
          <p:nvPr/>
        </p:nvSpPr>
        <p:spPr>
          <a:xfrm>
            <a:off x="618724" y="1526495"/>
            <a:ext cx="6099576" cy="5860579"/>
          </a:xfrm>
          <a:prstGeom prst="rect">
            <a:avLst/>
          </a:prstGeom>
          <a:noFill/>
          <a:ln>
            <a:noFill/>
          </a:ln>
        </p:spPr>
        <p:txBody>
          <a:bodyPr anchorCtr="0" anchor="t" bIns="0" lIns="0" spcFirstLastPara="1" rIns="0" wrap="square" tIns="12700">
            <a:spAutoFit/>
          </a:bodyPr>
          <a:lstStyle/>
          <a:p>
            <a:pPr indent="0" lvl="0" marL="0" rtl="0" algn="l">
              <a:spcBef>
                <a:spcPts val="0"/>
              </a:spcBef>
              <a:spcAft>
                <a:spcPts val="0"/>
              </a:spcAft>
              <a:buNone/>
            </a:pPr>
            <a:r>
              <a:rPr lang="en-US" sz="2000">
                <a:solidFill>
                  <a:schemeClr val="lt1"/>
                </a:solidFill>
                <a:latin typeface="Arial"/>
                <a:ea typeface="Arial"/>
                <a:cs typeface="Arial"/>
                <a:sym typeface="Arial"/>
              </a:rPr>
              <a:t>The </a:t>
            </a:r>
            <a:r>
              <a:rPr b="1" lang="en-US" sz="2000">
                <a:solidFill>
                  <a:srgbClr val="C2D59B"/>
                </a:solidFill>
                <a:latin typeface="Arial"/>
                <a:ea typeface="Arial"/>
                <a:cs typeface="Arial"/>
                <a:sym typeface="Arial"/>
              </a:rPr>
              <a:t>Agricultural Investment and Management Platform</a:t>
            </a:r>
            <a:r>
              <a:rPr lang="en-US" sz="2000">
                <a:solidFill>
                  <a:srgbClr val="C2D59B"/>
                </a:solidFill>
                <a:latin typeface="Arial"/>
                <a:ea typeface="Arial"/>
                <a:cs typeface="Arial"/>
                <a:sym typeface="Arial"/>
              </a:rPr>
              <a:t> </a:t>
            </a:r>
            <a:r>
              <a:rPr lang="en-US" sz="2000">
                <a:solidFill>
                  <a:schemeClr val="lt1"/>
                </a:solidFill>
                <a:latin typeface="Arial"/>
                <a:ea typeface="Arial"/>
                <a:cs typeface="Arial"/>
                <a:sym typeface="Arial"/>
              </a:rPr>
              <a:t>connects </a:t>
            </a:r>
            <a:r>
              <a:rPr b="1" lang="en-US" sz="2000">
                <a:solidFill>
                  <a:srgbClr val="C2D59B"/>
                </a:solidFill>
                <a:latin typeface="Arial"/>
                <a:ea typeface="Arial"/>
                <a:cs typeface="Arial"/>
                <a:sym typeface="Arial"/>
              </a:rPr>
              <a:t>farmers, investors, and buyers</a:t>
            </a:r>
            <a:r>
              <a:rPr lang="en-US" sz="2000">
                <a:solidFill>
                  <a:srgbClr val="C2D59B"/>
                </a:solidFill>
                <a:latin typeface="Arial"/>
                <a:ea typeface="Arial"/>
                <a:cs typeface="Arial"/>
                <a:sym typeface="Arial"/>
              </a:rPr>
              <a:t> </a:t>
            </a:r>
            <a:r>
              <a:rPr lang="en-US" sz="2000">
                <a:solidFill>
                  <a:schemeClr val="lt1"/>
                </a:solidFill>
                <a:latin typeface="Arial"/>
                <a:ea typeface="Arial"/>
                <a:cs typeface="Arial"/>
                <a:sym typeface="Arial"/>
              </a:rPr>
              <a:t>to transform agriculture in Egypt.</a:t>
            </a:r>
            <a:endParaRPr/>
          </a:p>
          <a:p>
            <a:pPr indent="0" lvl="0" marL="0" rtl="0" algn="l">
              <a:spcBef>
                <a:spcPts val="0"/>
              </a:spcBef>
              <a:spcAft>
                <a:spcPts val="0"/>
              </a:spcAft>
              <a:buNone/>
            </a:pPr>
            <a:r>
              <a:t/>
            </a:r>
            <a:endParaRPr sz="2000">
              <a:solidFill>
                <a:schemeClr val="lt1"/>
              </a:solidFill>
              <a:latin typeface="Arial"/>
              <a:ea typeface="Arial"/>
              <a:cs typeface="Arial"/>
              <a:sym typeface="Arial"/>
            </a:endParaRPr>
          </a:p>
          <a:p>
            <a:pPr indent="-152400" lvl="0" marL="0" rtl="0" algn="l">
              <a:spcBef>
                <a:spcPts val="0"/>
              </a:spcBef>
              <a:spcAft>
                <a:spcPts val="0"/>
              </a:spcAft>
              <a:buClr>
                <a:srgbClr val="C2D59B"/>
              </a:buClr>
              <a:buSzPts val="2400"/>
              <a:buFont typeface="Arial"/>
              <a:buChar char="•"/>
            </a:pPr>
            <a:r>
              <a:rPr b="1" lang="en-US" sz="2400">
                <a:solidFill>
                  <a:srgbClr val="C2D59B"/>
                </a:solidFill>
                <a:latin typeface="Arial"/>
                <a:ea typeface="Arial"/>
                <a:cs typeface="Arial"/>
                <a:sym typeface="Arial"/>
              </a:rPr>
              <a:t>Investment System:</a:t>
            </a:r>
            <a:r>
              <a:rPr lang="en-US" sz="2400">
                <a:solidFill>
                  <a:srgbClr val="C2D59B"/>
                </a:solidFill>
                <a:latin typeface="Arial"/>
                <a:ea typeface="Arial"/>
                <a:cs typeface="Arial"/>
                <a:sym typeface="Arial"/>
              </a:rPr>
              <a:t> </a:t>
            </a:r>
            <a:endParaRPr/>
          </a:p>
          <a:p>
            <a:pPr indent="0" lvl="0" marL="0" rtl="0" algn="l">
              <a:spcBef>
                <a:spcPts val="0"/>
              </a:spcBef>
              <a:spcAft>
                <a:spcPts val="0"/>
              </a:spcAft>
              <a:buNone/>
            </a:pPr>
            <a:r>
              <a:rPr lang="en-US" sz="2000">
                <a:solidFill>
                  <a:schemeClr val="lt1"/>
                </a:solidFill>
                <a:latin typeface="Arial"/>
                <a:ea typeface="Arial"/>
                <a:cs typeface="Arial"/>
                <a:sym typeface="Arial"/>
              </a:rPr>
              <a:t>Farmers share land and crop details; investors browse and fund projects.</a:t>
            </a:r>
            <a:endParaRPr/>
          </a:p>
          <a:p>
            <a:pPr indent="-152400" lvl="0" marL="0" rtl="0" algn="l">
              <a:spcBef>
                <a:spcPts val="0"/>
              </a:spcBef>
              <a:spcAft>
                <a:spcPts val="0"/>
              </a:spcAft>
              <a:buClr>
                <a:srgbClr val="C2D59B"/>
              </a:buClr>
              <a:buSzPts val="2400"/>
              <a:buFont typeface="Arial"/>
              <a:buChar char="•"/>
            </a:pPr>
            <a:r>
              <a:rPr b="1" lang="en-US" sz="2400">
                <a:solidFill>
                  <a:srgbClr val="C2D59B"/>
                </a:solidFill>
                <a:latin typeface="Arial"/>
                <a:ea typeface="Arial"/>
                <a:cs typeface="Arial"/>
                <a:sym typeface="Arial"/>
              </a:rPr>
              <a:t>Management System:</a:t>
            </a:r>
            <a:endParaRPr/>
          </a:p>
          <a:p>
            <a:pPr indent="0" lvl="0" marL="0" rtl="0" algn="l">
              <a:spcBef>
                <a:spcPts val="0"/>
              </a:spcBef>
              <a:spcAft>
                <a:spcPts val="0"/>
              </a:spcAft>
              <a:buNone/>
            </a:pPr>
            <a:r>
              <a:rPr lang="en-US" sz="2000">
                <a:solidFill>
                  <a:schemeClr val="lt1"/>
                </a:solidFill>
                <a:latin typeface="Arial"/>
                <a:ea typeface="Arial"/>
                <a:cs typeface="Arial"/>
                <a:sym typeface="Arial"/>
              </a:rPr>
              <a:t>Tracks the full project lifecycle with smart contracts, real-time monitoring, and automated reporting.</a:t>
            </a:r>
            <a:endParaRPr/>
          </a:p>
          <a:p>
            <a:pPr indent="-152400" lvl="0" marL="0" rtl="0" algn="l">
              <a:spcBef>
                <a:spcPts val="0"/>
              </a:spcBef>
              <a:spcAft>
                <a:spcPts val="0"/>
              </a:spcAft>
              <a:buClr>
                <a:srgbClr val="C2D59B"/>
              </a:buClr>
              <a:buSzPts val="2400"/>
              <a:buFont typeface="Arial"/>
              <a:buChar char="•"/>
            </a:pPr>
            <a:r>
              <a:rPr b="1" lang="en-US" sz="2400">
                <a:solidFill>
                  <a:srgbClr val="C2D59B"/>
                </a:solidFill>
                <a:latin typeface="Arial"/>
                <a:ea typeface="Arial"/>
                <a:cs typeface="Arial"/>
                <a:sym typeface="Arial"/>
              </a:rPr>
              <a:t>Marketplace:</a:t>
            </a:r>
            <a:endParaRPr/>
          </a:p>
          <a:p>
            <a:pPr indent="0" lvl="0" marL="0" rtl="0" algn="l">
              <a:spcBef>
                <a:spcPts val="0"/>
              </a:spcBef>
              <a:spcAft>
                <a:spcPts val="0"/>
              </a:spcAft>
              <a:buNone/>
            </a:pPr>
            <a:r>
              <a:rPr b="1" lang="en-US" sz="2400">
                <a:solidFill>
                  <a:srgbClr val="C2D59B"/>
                </a:solidFill>
                <a:latin typeface="Arial"/>
                <a:ea typeface="Arial"/>
                <a:cs typeface="Arial"/>
                <a:sym typeface="Arial"/>
              </a:rPr>
              <a:t> </a:t>
            </a:r>
            <a:r>
              <a:rPr lang="en-US" sz="2000">
                <a:solidFill>
                  <a:schemeClr val="lt1"/>
                </a:solidFill>
                <a:latin typeface="Arial"/>
                <a:ea typeface="Arial"/>
                <a:cs typeface="Arial"/>
                <a:sym typeface="Arial"/>
              </a:rPr>
              <a:t>Farmers showcase crops; buyers contact them directly. Payments and logistics are handled externally.</a:t>
            </a:r>
            <a:endParaRPr/>
          </a:p>
          <a:p>
            <a:pPr indent="0" lvl="0" marL="0" rtl="0" algn="l">
              <a:spcBef>
                <a:spcPts val="0"/>
              </a:spcBef>
              <a:spcAft>
                <a:spcPts val="0"/>
              </a:spcAft>
              <a:buNone/>
            </a:pPr>
            <a:r>
              <a:t/>
            </a:r>
            <a:endParaRPr sz="2000">
              <a:solidFill>
                <a:schemeClr val="lt1"/>
              </a:solidFill>
              <a:latin typeface="Arial"/>
              <a:ea typeface="Arial"/>
              <a:cs typeface="Arial"/>
              <a:sym typeface="Arial"/>
            </a:endParaRPr>
          </a:p>
          <a:p>
            <a:pPr indent="0" lvl="0" marL="0" rtl="0" algn="l">
              <a:spcBef>
                <a:spcPts val="0"/>
              </a:spcBef>
              <a:spcAft>
                <a:spcPts val="0"/>
              </a:spcAft>
              <a:buNone/>
            </a:pPr>
            <a:r>
              <a:rPr b="1" lang="en-US" sz="2400">
                <a:solidFill>
                  <a:srgbClr val="C2D59B"/>
                </a:solidFill>
                <a:latin typeface="Arial"/>
                <a:ea typeface="Arial"/>
                <a:cs typeface="Arial"/>
                <a:sym typeface="Arial"/>
              </a:rPr>
              <a:t>Goal: </a:t>
            </a:r>
            <a:r>
              <a:rPr lang="en-US" sz="2000">
                <a:solidFill>
                  <a:schemeClr val="lt1"/>
                </a:solidFill>
                <a:latin typeface="Arial"/>
                <a:ea typeface="Arial"/>
                <a:cs typeface="Arial"/>
                <a:sym typeface="Arial"/>
              </a:rPr>
              <a:t>Build trust, enable reinvestment, and create a </a:t>
            </a:r>
            <a:r>
              <a:rPr b="1" lang="en-US" sz="2000">
                <a:solidFill>
                  <a:schemeClr val="lt1"/>
                </a:solidFill>
                <a:latin typeface="Arial"/>
                <a:ea typeface="Arial"/>
                <a:cs typeface="Arial"/>
                <a:sym typeface="Arial"/>
              </a:rPr>
              <a:t>digital, transparent, and data-driven agricultural sector</a:t>
            </a:r>
            <a:r>
              <a:rPr lang="en-US" sz="2000">
                <a:solidFill>
                  <a:schemeClr val="lt1"/>
                </a:solidFill>
                <a:latin typeface="Arial"/>
                <a:ea typeface="Arial"/>
                <a:cs typeface="Arial"/>
                <a:sym typeface="Arial"/>
              </a:rPr>
              <a:t>.</a:t>
            </a:r>
            <a:endParaRPr/>
          </a:p>
        </p:txBody>
      </p:sp>
      <p:pic>
        <p:nvPicPr>
          <p:cNvPr id="109" name="Google Shape;109;p5"/>
          <p:cNvPicPr preferRelativeResize="0"/>
          <p:nvPr/>
        </p:nvPicPr>
        <p:blipFill rotWithShape="1">
          <a:blip r:embed="rId7">
            <a:alphaModFix/>
          </a:blip>
          <a:srcRect b="0" l="0" r="0" t="0"/>
          <a:stretch/>
        </p:blipFill>
        <p:spPr>
          <a:xfrm>
            <a:off x="6718301" y="-2846"/>
            <a:ext cx="3975100" cy="7562850"/>
          </a:xfrm>
          <a:prstGeom prst="rect">
            <a:avLst/>
          </a:prstGeom>
          <a:noFill/>
          <a:ln>
            <a:noFill/>
          </a:ln>
        </p:spPr>
      </p:pic>
      <p:grpSp>
        <p:nvGrpSpPr>
          <p:cNvPr id="110" name="Google Shape;110;p5"/>
          <p:cNvGrpSpPr/>
          <p:nvPr/>
        </p:nvGrpSpPr>
        <p:grpSpPr>
          <a:xfrm>
            <a:off x="725061" y="427756"/>
            <a:ext cx="641985" cy="604520"/>
            <a:chOff x="540670" y="538877"/>
            <a:chExt cx="641985" cy="604520"/>
          </a:xfrm>
        </p:grpSpPr>
        <p:sp>
          <p:nvSpPr>
            <p:cNvPr id="111" name="Google Shape;111;p5"/>
            <p:cNvSpPr/>
            <p:nvPr/>
          </p:nvSpPr>
          <p:spPr>
            <a:xfrm>
              <a:off x="540670" y="538877"/>
              <a:ext cx="641985" cy="604520"/>
            </a:xfrm>
            <a:custGeom>
              <a:rect b="b" l="l" r="r" t="t"/>
              <a:pathLst>
                <a:path extrusionOk="0" h="604519" w="641985">
                  <a:moveTo>
                    <a:pt x="292216" y="0"/>
                  </a:moveTo>
                  <a:lnTo>
                    <a:pt x="249426" y="1850"/>
                  </a:lnTo>
                  <a:lnTo>
                    <a:pt x="207452" y="9568"/>
                  </a:lnTo>
                  <a:lnTo>
                    <a:pt x="166911" y="23460"/>
                  </a:lnTo>
                  <a:lnTo>
                    <a:pt x="124789" y="47405"/>
                  </a:lnTo>
                  <a:lnTo>
                    <a:pt x="88830" y="77904"/>
                  </a:lnTo>
                  <a:lnTo>
                    <a:pt x="58992" y="113927"/>
                  </a:lnTo>
                  <a:lnTo>
                    <a:pt x="35232" y="154447"/>
                  </a:lnTo>
                  <a:lnTo>
                    <a:pt x="17508" y="198434"/>
                  </a:lnTo>
                  <a:lnTo>
                    <a:pt x="5778" y="244862"/>
                  </a:lnTo>
                  <a:lnTo>
                    <a:pt x="0" y="292701"/>
                  </a:lnTo>
                  <a:lnTo>
                    <a:pt x="131" y="340924"/>
                  </a:lnTo>
                  <a:lnTo>
                    <a:pt x="6129" y="388502"/>
                  </a:lnTo>
                  <a:lnTo>
                    <a:pt x="17952" y="434407"/>
                  </a:lnTo>
                  <a:lnTo>
                    <a:pt x="37937" y="480092"/>
                  </a:lnTo>
                  <a:lnTo>
                    <a:pt x="65234" y="518434"/>
                  </a:lnTo>
                  <a:lnTo>
                    <a:pt x="98722" y="549551"/>
                  </a:lnTo>
                  <a:lnTo>
                    <a:pt x="137278" y="573560"/>
                  </a:lnTo>
                  <a:lnTo>
                    <a:pt x="179782" y="590581"/>
                  </a:lnTo>
                  <a:lnTo>
                    <a:pt x="225110" y="600731"/>
                  </a:lnTo>
                  <a:lnTo>
                    <a:pt x="272142" y="604128"/>
                  </a:lnTo>
                  <a:lnTo>
                    <a:pt x="319755" y="600891"/>
                  </a:lnTo>
                  <a:lnTo>
                    <a:pt x="363586" y="594198"/>
                  </a:lnTo>
                  <a:lnTo>
                    <a:pt x="407730" y="582312"/>
                  </a:lnTo>
                  <a:lnTo>
                    <a:pt x="451102" y="565457"/>
                  </a:lnTo>
                  <a:lnTo>
                    <a:pt x="492615" y="543859"/>
                  </a:lnTo>
                  <a:lnTo>
                    <a:pt x="531184" y="517743"/>
                  </a:lnTo>
                  <a:lnTo>
                    <a:pt x="565723" y="487334"/>
                  </a:lnTo>
                  <a:lnTo>
                    <a:pt x="595147" y="452857"/>
                  </a:lnTo>
                  <a:lnTo>
                    <a:pt x="618369" y="414537"/>
                  </a:lnTo>
                  <a:lnTo>
                    <a:pt x="634305" y="372598"/>
                  </a:lnTo>
                  <a:lnTo>
                    <a:pt x="641868" y="327267"/>
                  </a:lnTo>
                  <a:lnTo>
                    <a:pt x="639973" y="278768"/>
                  </a:lnTo>
                  <a:lnTo>
                    <a:pt x="629001" y="236411"/>
                  </a:lnTo>
                  <a:lnTo>
                    <a:pt x="612046" y="196533"/>
                  </a:lnTo>
                  <a:lnTo>
                    <a:pt x="589727" y="159442"/>
                  </a:lnTo>
                  <a:lnTo>
                    <a:pt x="562662" y="125445"/>
                  </a:lnTo>
                  <a:lnTo>
                    <a:pt x="531468" y="94852"/>
                  </a:lnTo>
                  <a:lnTo>
                    <a:pt x="496764" y="67969"/>
                  </a:lnTo>
                  <a:lnTo>
                    <a:pt x="459168" y="45106"/>
                  </a:lnTo>
                  <a:lnTo>
                    <a:pt x="419297" y="26569"/>
                  </a:lnTo>
                  <a:lnTo>
                    <a:pt x="377769" y="12667"/>
                  </a:lnTo>
                  <a:lnTo>
                    <a:pt x="335203" y="3708"/>
                  </a:lnTo>
                  <a:lnTo>
                    <a:pt x="292216" y="0"/>
                  </a:lnTo>
                  <a:close/>
                </a:path>
              </a:pathLst>
            </a:custGeom>
            <a:solidFill>
              <a:srgbClr val="00615E"/>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112" name="Google Shape;112;p5"/>
            <p:cNvSpPr/>
            <p:nvPr/>
          </p:nvSpPr>
          <p:spPr>
            <a:xfrm>
              <a:off x="644837" y="645355"/>
              <a:ext cx="433705" cy="391795"/>
            </a:xfrm>
            <a:custGeom>
              <a:rect b="b" l="l" r="r" t="t"/>
              <a:pathLst>
                <a:path extrusionOk="0" h="391794" w="433705">
                  <a:moveTo>
                    <a:pt x="289206" y="268389"/>
                  </a:moveTo>
                  <a:lnTo>
                    <a:pt x="274053" y="268389"/>
                  </a:lnTo>
                  <a:lnTo>
                    <a:pt x="237089" y="271175"/>
                  </a:lnTo>
                  <a:lnTo>
                    <a:pt x="185288" y="284591"/>
                  </a:lnTo>
                  <a:lnTo>
                    <a:pt x="153920" y="308728"/>
                  </a:lnTo>
                  <a:lnTo>
                    <a:pt x="142582" y="350507"/>
                  </a:lnTo>
                  <a:lnTo>
                    <a:pt x="154273" y="371469"/>
                  </a:lnTo>
                  <a:lnTo>
                    <a:pt x="186024" y="383857"/>
                  </a:lnTo>
                  <a:lnTo>
                    <a:pt x="232399" y="389758"/>
                  </a:lnTo>
                  <a:lnTo>
                    <a:pt x="287959" y="391261"/>
                  </a:lnTo>
                  <a:lnTo>
                    <a:pt x="343521" y="389758"/>
                  </a:lnTo>
                  <a:lnTo>
                    <a:pt x="389899" y="383857"/>
                  </a:lnTo>
                  <a:lnTo>
                    <a:pt x="421651" y="371469"/>
                  </a:lnTo>
                  <a:lnTo>
                    <a:pt x="433336" y="350507"/>
                  </a:lnTo>
                  <a:lnTo>
                    <a:pt x="430702" y="327040"/>
                  </a:lnTo>
                  <a:lnTo>
                    <a:pt x="414302" y="299943"/>
                  </a:lnTo>
                  <a:lnTo>
                    <a:pt x="371075" y="277564"/>
                  </a:lnTo>
                  <a:lnTo>
                    <a:pt x="289206" y="268389"/>
                  </a:lnTo>
                  <a:close/>
                </a:path>
                <a:path extrusionOk="0" h="391794" w="433705">
                  <a:moveTo>
                    <a:pt x="141820" y="174447"/>
                  </a:moveTo>
                  <a:lnTo>
                    <a:pt x="60766" y="183533"/>
                  </a:lnTo>
                  <a:lnTo>
                    <a:pt x="18594" y="205357"/>
                  </a:lnTo>
                  <a:lnTo>
                    <a:pt x="2580" y="231770"/>
                  </a:lnTo>
                  <a:lnTo>
                    <a:pt x="0" y="254622"/>
                  </a:lnTo>
                  <a:lnTo>
                    <a:pt x="11426" y="275086"/>
                  </a:lnTo>
                  <a:lnTo>
                    <a:pt x="42392" y="287194"/>
                  </a:lnTo>
                  <a:lnTo>
                    <a:pt x="87618" y="292973"/>
                  </a:lnTo>
                  <a:lnTo>
                    <a:pt x="141820" y="294449"/>
                  </a:lnTo>
                  <a:lnTo>
                    <a:pt x="147259" y="294449"/>
                  </a:lnTo>
                  <a:lnTo>
                    <a:pt x="162841" y="280886"/>
                  </a:lnTo>
                  <a:lnTo>
                    <a:pt x="184834" y="269454"/>
                  </a:lnTo>
                  <a:lnTo>
                    <a:pt x="214425" y="260772"/>
                  </a:lnTo>
                  <a:lnTo>
                    <a:pt x="252729" y="255524"/>
                  </a:lnTo>
                  <a:lnTo>
                    <a:pt x="258394" y="255104"/>
                  </a:lnTo>
                  <a:lnTo>
                    <a:pt x="261327" y="254965"/>
                  </a:lnTo>
                  <a:lnTo>
                    <a:pt x="254203" y="252234"/>
                  </a:lnTo>
                  <a:lnTo>
                    <a:pt x="219038" y="216393"/>
                  </a:lnTo>
                  <a:lnTo>
                    <a:pt x="210172" y="180467"/>
                  </a:lnTo>
                  <a:lnTo>
                    <a:pt x="195847" y="177929"/>
                  </a:lnTo>
                  <a:lnTo>
                    <a:pt x="179744" y="176037"/>
                  </a:lnTo>
                  <a:lnTo>
                    <a:pt x="161768" y="174855"/>
                  </a:lnTo>
                  <a:lnTo>
                    <a:pt x="141820" y="174447"/>
                  </a:lnTo>
                  <a:close/>
                </a:path>
                <a:path extrusionOk="0" h="391794" w="433705">
                  <a:moveTo>
                    <a:pt x="265961" y="55841"/>
                  </a:moveTo>
                  <a:lnTo>
                    <a:pt x="265803" y="55841"/>
                  </a:lnTo>
                  <a:lnTo>
                    <a:pt x="264677" y="64922"/>
                  </a:lnTo>
                  <a:lnTo>
                    <a:pt x="272656" y="87642"/>
                  </a:lnTo>
                  <a:lnTo>
                    <a:pt x="250426" y="90461"/>
                  </a:lnTo>
                  <a:lnTo>
                    <a:pt x="232579" y="96599"/>
                  </a:lnTo>
                  <a:lnTo>
                    <a:pt x="220512" y="106209"/>
                  </a:lnTo>
                  <a:lnTo>
                    <a:pt x="215620" y="119443"/>
                  </a:lnTo>
                  <a:lnTo>
                    <a:pt x="215645" y="135917"/>
                  </a:lnTo>
                  <a:lnTo>
                    <a:pt x="217362" y="147437"/>
                  </a:lnTo>
                  <a:lnTo>
                    <a:pt x="217425" y="147863"/>
                  </a:lnTo>
                  <a:lnTo>
                    <a:pt x="217520" y="148501"/>
                  </a:lnTo>
                  <a:lnTo>
                    <a:pt x="220980" y="157598"/>
                  </a:lnTo>
                  <a:lnTo>
                    <a:pt x="225755" y="163614"/>
                  </a:lnTo>
                  <a:lnTo>
                    <a:pt x="224637" y="168503"/>
                  </a:lnTo>
                  <a:lnTo>
                    <a:pt x="224078" y="173545"/>
                  </a:lnTo>
                  <a:lnTo>
                    <a:pt x="224139" y="180467"/>
                  </a:lnTo>
                  <a:lnTo>
                    <a:pt x="224259" y="183533"/>
                  </a:lnTo>
                  <a:lnTo>
                    <a:pt x="245109" y="228530"/>
                  </a:lnTo>
                  <a:lnTo>
                    <a:pt x="287959" y="245884"/>
                  </a:lnTo>
                  <a:lnTo>
                    <a:pt x="312830" y="240608"/>
                  </a:lnTo>
                  <a:lnTo>
                    <a:pt x="333135" y="226223"/>
                  </a:lnTo>
                  <a:lnTo>
                    <a:pt x="346822" y="204892"/>
                  </a:lnTo>
                  <a:lnTo>
                    <a:pt x="351840" y="178777"/>
                  </a:lnTo>
                  <a:lnTo>
                    <a:pt x="351777" y="176339"/>
                  </a:lnTo>
                  <a:lnTo>
                    <a:pt x="356736" y="171152"/>
                  </a:lnTo>
                  <a:lnTo>
                    <a:pt x="360799" y="162879"/>
                  </a:lnTo>
                  <a:lnTo>
                    <a:pt x="363773" y="151130"/>
                  </a:lnTo>
                  <a:lnTo>
                    <a:pt x="365424" y="135917"/>
                  </a:lnTo>
                  <a:lnTo>
                    <a:pt x="365467" y="135521"/>
                  </a:lnTo>
                  <a:lnTo>
                    <a:pt x="361761" y="120212"/>
                  </a:lnTo>
                  <a:lnTo>
                    <a:pt x="349896" y="106746"/>
                  </a:lnTo>
                  <a:lnTo>
                    <a:pt x="331436" y="96152"/>
                  </a:lnTo>
                  <a:lnTo>
                    <a:pt x="307949" y="89458"/>
                  </a:lnTo>
                  <a:lnTo>
                    <a:pt x="314642" y="83890"/>
                  </a:lnTo>
                  <a:lnTo>
                    <a:pt x="320586" y="76579"/>
                  </a:lnTo>
                  <a:lnTo>
                    <a:pt x="321011" y="75692"/>
                  </a:lnTo>
                  <a:lnTo>
                    <a:pt x="292849" y="75692"/>
                  </a:lnTo>
                  <a:lnTo>
                    <a:pt x="289017" y="70140"/>
                  </a:lnTo>
                  <a:lnTo>
                    <a:pt x="283503" y="64922"/>
                  </a:lnTo>
                  <a:lnTo>
                    <a:pt x="275772" y="59986"/>
                  </a:lnTo>
                  <a:lnTo>
                    <a:pt x="265961" y="55841"/>
                  </a:lnTo>
                  <a:close/>
                </a:path>
                <a:path extrusionOk="0" h="391794" w="433705">
                  <a:moveTo>
                    <a:pt x="135521" y="0"/>
                  </a:moveTo>
                  <a:lnTo>
                    <a:pt x="117775" y="4771"/>
                  </a:lnTo>
                  <a:lnTo>
                    <a:pt x="102600" y="15276"/>
                  </a:lnTo>
                  <a:lnTo>
                    <a:pt x="90658" y="30512"/>
                  </a:lnTo>
                  <a:lnTo>
                    <a:pt x="82613" y="49479"/>
                  </a:lnTo>
                  <a:lnTo>
                    <a:pt x="49372" y="50413"/>
                  </a:lnTo>
                  <a:lnTo>
                    <a:pt x="23356" y="52914"/>
                  </a:lnTo>
                  <a:lnTo>
                    <a:pt x="6316" y="56844"/>
                  </a:lnTo>
                  <a:lnTo>
                    <a:pt x="0" y="62064"/>
                  </a:lnTo>
                  <a:lnTo>
                    <a:pt x="5630" y="68072"/>
                  </a:lnTo>
                  <a:lnTo>
                    <a:pt x="5781" y="68072"/>
                  </a:lnTo>
                  <a:lnTo>
                    <a:pt x="21801" y="73904"/>
                  </a:lnTo>
                  <a:lnTo>
                    <a:pt x="47054" y="79492"/>
                  </a:lnTo>
                  <a:lnTo>
                    <a:pt x="79616" y="84429"/>
                  </a:lnTo>
                  <a:lnTo>
                    <a:pt x="79571" y="87642"/>
                  </a:lnTo>
                  <a:lnTo>
                    <a:pt x="84381" y="112619"/>
                  </a:lnTo>
                  <a:lnTo>
                    <a:pt x="97751" y="133416"/>
                  </a:lnTo>
                  <a:lnTo>
                    <a:pt x="117570" y="147437"/>
                  </a:lnTo>
                  <a:lnTo>
                    <a:pt x="141820" y="152577"/>
                  </a:lnTo>
                  <a:lnTo>
                    <a:pt x="165090" y="147863"/>
                  </a:lnTo>
                  <a:lnTo>
                    <a:pt x="184362" y="134945"/>
                  </a:lnTo>
                  <a:lnTo>
                    <a:pt x="197895" y="115657"/>
                  </a:lnTo>
                  <a:lnTo>
                    <a:pt x="203949" y="91833"/>
                  </a:lnTo>
                  <a:lnTo>
                    <a:pt x="209743" y="91833"/>
                  </a:lnTo>
                  <a:lnTo>
                    <a:pt x="215137" y="91630"/>
                  </a:lnTo>
                  <a:lnTo>
                    <a:pt x="221681" y="86748"/>
                  </a:lnTo>
                  <a:lnTo>
                    <a:pt x="230044" y="82322"/>
                  </a:lnTo>
                  <a:lnTo>
                    <a:pt x="240441" y="78566"/>
                  </a:lnTo>
                  <a:lnTo>
                    <a:pt x="253085" y="75692"/>
                  </a:lnTo>
                  <a:lnTo>
                    <a:pt x="252247" y="71780"/>
                  </a:lnTo>
                  <a:lnTo>
                    <a:pt x="251828" y="68072"/>
                  </a:lnTo>
                  <a:lnTo>
                    <a:pt x="251725" y="65748"/>
                  </a:lnTo>
                  <a:lnTo>
                    <a:pt x="251688" y="64922"/>
                  </a:lnTo>
                  <a:lnTo>
                    <a:pt x="241025" y="62703"/>
                  </a:lnTo>
                  <a:lnTo>
                    <a:pt x="229122" y="60559"/>
                  </a:lnTo>
                  <a:lnTo>
                    <a:pt x="216078" y="58521"/>
                  </a:lnTo>
                  <a:lnTo>
                    <a:pt x="201993" y="56616"/>
                  </a:lnTo>
                  <a:lnTo>
                    <a:pt x="191971" y="32798"/>
                  </a:lnTo>
                  <a:lnTo>
                    <a:pt x="176596" y="14387"/>
                  </a:lnTo>
                  <a:lnTo>
                    <a:pt x="157302" y="2936"/>
                  </a:lnTo>
                  <a:lnTo>
                    <a:pt x="135521" y="0"/>
                  </a:lnTo>
                  <a:close/>
                </a:path>
                <a:path extrusionOk="0" h="391794" w="433705">
                  <a:moveTo>
                    <a:pt x="327240" y="55841"/>
                  </a:moveTo>
                  <a:lnTo>
                    <a:pt x="325049" y="55841"/>
                  </a:lnTo>
                  <a:lnTo>
                    <a:pt x="319625" y="56275"/>
                  </a:lnTo>
                  <a:lnTo>
                    <a:pt x="310551" y="58762"/>
                  </a:lnTo>
                  <a:lnTo>
                    <a:pt x="300573" y="64922"/>
                  </a:lnTo>
                  <a:lnTo>
                    <a:pt x="300738" y="64922"/>
                  </a:lnTo>
                  <a:lnTo>
                    <a:pt x="292849" y="75692"/>
                  </a:lnTo>
                  <a:lnTo>
                    <a:pt x="321011" y="75692"/>
                  </a:lnTo>
                  <a:lnTo>
                    <a:pt x="325033" y="67304"/>
                  </a:lnTo>
                  <a:lnTo>
                    <a:pt x="327047" y="56844"/>
                  </a:lnTo>
                  <a:lnTo>
                    <a:pt x="327157" y="56275"/>
                  </a:lnTo>
                  <a:lnTo>
                    <a:pt x="327240" y="55841"/>
                  </a:lnTo>
                  <a:close/>
                </a:path>
              </a:pathLst>
            </a:custGeom>
            <a:solidFill>
              <a:srgbClr val="FFFFFF"/>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gr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116" name="Shape 116"/>
        <p:cNvGrpSpPr/>
        <p:nvPr/>
      </p:nvGrpSpPr>
      <p:grpSpPr>
        <a:xfrm>
          <a:off x="0" y="0"/>
          <a:ext cx="0" cy="0"/>
          <a:chOff x="0" y="0"/>
          <a:chExt cx="0" cy="0"/>
        </a:xfrm>
      </p:grpSpPr>
      <p:sp>
        <p:nvSpPr>
          <p:cNvPr id="117" name="Google Shape;117;p6"/>
          <p:cNvSpPr/>
          <p:nvPr/>
        </p:nvSpPr>
        <p:spPr>
          <a:xfrm>
            <a:off x="249892" y="6629431"/>
            <a:ext cx="4740275" cy="930910"/>
          </a:xfrm>
          <a:custGeom>
            <a:rect b="b" l="l" r="r" t="t"/>
            <a:pathLst>
              <a:path extrusionOk="0" h="930909" w="4740275">
                <a:moveTo>
                  <a:pt x="2377146" y="0"/>
                </a:moveTo>
                <a:lnTo>
                  <a:pt x="2328124" y="156"/>
                </a:lnTo>
                <a:lnTo>
                  <a:pt x="2279149" y="1011"/>
                </a:lnTo>
                <a:lnTo>
                  <a:pt x="2230226" y="2563"/>
                </a:lnTo>
                <a:lnTo>
                  <a:pt x="2181363" y="4809"/>
                </a:lnTo>
                <a:lnTo>
                  <a:pt x="2132567" y="7748"/>
                </a:lnTo>
                <a:lnTo>
                  <a:pt x="2083843" y="11380"/>
                </a:lnTo>
                <a:lnTo>
                  <a:pt x="2035199" y="15701"/>
                </a:lnTo>
                <a:lnTo>
                  <a:pt x="1986640" y="20711"/>
                </a:lnTo>
                <a:lnTo>
                  <a:pt x="1938174" y="26409"/>
                </a:lnTo>
                <a:lnTo>
                  <a:pt x="1889807" y="32792"/>
                </a:lnTo>
                <a:lnTo>
                  <a:pt x="1841546" y="39859"/>
                </a:lnTo>
                <a:lnTo>
                  <a:pt x="1793397" y="47608"/>
                </a:lnTo>
                <a:lnTo>
                  <a:pt x="1745366" y="56039"/>
                </a:lnTo>
                <a:lnTo>
                  <a:pt x="1697461" y="65149"/>
                </a:lnTo>
                <a:lnTo>
                  <a:pt x="1649688" y="74937"/>
                </a:lnTo>
                <a:lnTo>
                  <a:pt x="1602053" y="85402"/>
                </a:lnTo>
                <a:lnTo>
                  <a:pt x="1554563" y="96541"/>
                </a:lnTo>
                <a:lnTo>
                  <a:pt x="1507224" y="108354"/>
                </a:lnTo>
                <a:lnTo>
                  <a:pt x="1460044" y="120838"/>
                </a:lnTo>
                <a:lnTo>
                  <a:pt x="1413028" y="133993"/>
                </a:lnTo>
                <a:lnTo>
                  <a:pt x="1366183" y="147816"/>
                </a:lnTo>
                <a:lnTo>
                  <a:pt x="1319516" y="162307"/>
                </a:lnTo>
                <a:lnTo>
                  <a:pt x="1273034" y="177463"/>
                </a:lnTo>
                <a:lnTo>
                  <a:pt x="1226742" y="193283"/>
                </a:lnTo>
                <a:lnTo>
                  <a:pt x="1180648" y="209766"/>
                </a:lnTo>
                <a:lnTo>
                  <a:pt x="1134757" y="226910"/>
                </a:lnTo>
                <a:lnTo>
                  <a:pt x="1089077" y="244713"/>
                </a:lnTo>
                <a:lnTo>
                  <a:pt x="1043615" y="263175"/>
                </a:lnTo>
                <a:lnTo>
                  <a:pt x="998375" y="282292"/>
                </a:lnTo>
                <a:lnTo>
                  <a:pt x="953366" y="302065"/>
                </a:lnTo>
                <a:lnTo>
                  <a:pt x="908900" y="322351"/>
                </a:lnTo>
                <a:lnTo>
                  <a:pt x="864065" y="343568"/>
                </a:lnTo>
                <a:lnTo>
                  <a:pt x="819786" y="365296"/>
                </a:lnTo>
                <a:lnTo>
                  <a:pt x="775764" y="387672"/>
                </a:lnTo>
                <a:lnTo>
                  <a:pt x="732004" y="410696"/>
                </a:lnTo>
                <a:lnTo>
                  <a:pt x="688514" y="434365"/>
                </a:lnTo>
                <a:lnTo>
                  <a:pt x="645300" y="458678"/>
                </a:lnTo>
                <a:lnTo>
                  <a:pt x="602369" y="483634"/>
                </a:lnTo>
                <a:lnTo>
                  <a:pt x="559727" y="509231"/>
                </a:lnTo>
                <a:lnTo>
                  <a:pt x="517380" y="535467"/>
                </a:lnTo>
                <a:lnTo>
                  <a:pt x="475336" y="562342"/>
                </a:lnTo>
                <a:lnTo>
                  <a:pt x="433601" y="589852"/>
                </a:lnTo>
                <a:lnTo>
                  <a:pt x="392181" y="617998"/>
                </a:lnTo>
                <a:lnTo>
                  <a:pt x="351084" y="646777"/>
                </a:lnTo>
                <a:lnTo>
                  <a:pt x="310315" y="676187"/>
                </a:lnTo>
                <a:lnTo>
                  <a:pt x="269865" y="706240"/>
                </a:lnTo>
                <a:lnTo>
                  <a:pt x="229788" y="736898"/>
                </a:lnTo>
                <a:lnTo>
                  <a:pt x="190044" y="768194"/>
                </a:lnTo>
                <a:lnTo>
                  <a:pt x="152263" y="798561"/>
                </a:lnTo>
                <a:lnTo>
                  <a:pt x="115000" y="829401"/>
                </a:lnTo>
                <a:lnTo>
                  <a:pt x="78255" y="860709"/>
                </a:lnTo>
                <a:lnTo>
                  <a:pt x="42032" y="892476"/>
                </a:lnTo>
                <a:lnTo>
                  <a:pt x="6330" y="924695"/>
                </a:lnTo>
                <a:lnTo>
                  <a:pt x="0" y="930574"/>
                </a:lnTo>
                <a:lnTo>
                  <a:pt x="604291" y="930574"/>
                </a:lnTo>
                <a:lnTo>
                  <a:pt x="633499" y="911323"/>
                </a:lnTo>
                <a:lnTo>
                  <a:pt x="676655" y="883733"/>
                </a:lnTo>
                <a:lnTo>
                  <a:pt x="720284" y="856687"/>
                </a:lnTo>
                <a:lnTo>
                  <a:pt x="764383" y="830190"/>
                </a:lnTo>
                <a:lnTo>
                  <a:pt x="808947" y="804248"/>
                </a:lnTo>
                <a:lnTo>
                  <a:pt x="853970" y="778866"/>
                </a:lnTo>
                <a:lnTo>
                  <a:pt x="899448" y="754049"/>
                </a:lnTo>
                <a:lnTo>
                  <a:pt x="945377" y="729802"/>
                </a:lnTo>
                <a:lnTo>
                  <a:pt x="991533" y="706240"/>
                </a:lnTo>
                <a:lnTo>
                  <a:pt x="1037895" y="683371"/>
                </a:lnTo>
                <a:lnTo>
                  <a:pt x="1084455" y="661194"/>
                </a:lnTo>
                <a:lnTo>
                  <a:pt x="1131206" y="639712"/>
                </a:lnTo>
                <a:lnTo>
                  <a:pt x="1178142" y="618925"/>
                </a:lnTo>
                <a:lnTo>
                  <a:pt x="1225255" y="598834"/>
                </a:lnTo>
                <a:lnTo>
                  <a:pt x="1272538" y="579439"/>
                </a:lnTo>
                <a:lnTo>
                  <a:pt x="1319985" y="560742"/>
                </a:lnTo>
                <a:lnTo>
                  <a:pt x="1367589" y="542744"/>
                </a:lnTo>
                <a:lnTo>
                  <a:pt x="1415341" y="525445"/>
                </a:lnTo>
                <a:lnTo>
                  <a:pt x="1463236" y="508846"/>
                </a:lnTo>
                <a:lnTo>
                  <a:pt x="1511266" y="492948"/>
                </a:lnTo>
                <a:lnTo>
                  <a:pt x="1559425" y="477753"/>
                </a:lnTo>
                <a:lnTo>
                  <a:pt x="1607705" y="463260"/>
                </a:lnTo>
                <a:lnTo>
                  <a:pt x="1656099" y="449471"/>
                </a:lnTo>
                <a:lnTo>
                  <a:pt x="1704601" y="436386"/>
                </a:lnTo>
                <a:lnTo>
                  <a:pt x="1753203" y="424007"/>
                </a:lnTo>
                <a:lnTo>
                  <a:pt x="1801898" y="412335"/>
                </a:lnTo>
                <a:lnTo>
                  <a:pt x="1850680" y="401369"/>
                </a:lnTo>
                <a:lnTo>
                  <a:pt x="1899541" y="391112"/>
                </a:lnTo>
                <a:lnTo>
                  <a:pt x="1948474" y="381563"/>
                </a:lnTo>
                <a:lnTo>
                  <a:pt x="1997473" y="372725"/>
                </a:lnTo>
                <a:lnTo>
                  <a:pt x="2046530" y="364597"/>
                </a:lnTo>
                <a:lnTo>
                  <a:pt x="2095638" y="357181"/>
                </a:lnTo>
                <a:lnTo>
                  <a:pt x="2144791" y="350477"/>
                </a:lnTo>
                <a:lnTo>
                  <a:pt x="2193981" y="344487"/>
                </a:lnTo>
                <a:lnTo>
                  <a:pt x="2243201" y="339211"/>
                </a:lnTo>
                <a:lnTo>
                  <a:pt x="2292444" y="334650"/>
                </a:lnTo>
                <a:lnTo>
                  <a:pt x="2341704" y="330805"/>
                </a:lnTo>
                <a:lnTo>
                  <a:pt x="2390973" y="327677"/>
                </a:lnTo>
                <a:lnTo>
                  <a:pt x="2440244" y="325267"/>
                </a:lnTo>
                <a:lnTo>
                  <a:pt x="2489511" y="323575"/>
                </a:lnTo>
                <a:lnTo>
                  <a:pt x="2538765" y="322603"/>
                </a:lnTo>
                <a:lnTo>
                  <a:pt x="3826940" y="322351"/>
                </a:lnTo>
                <a:lnTo>
                  <a:pt x="3816697" y="317600"/>
                </a:lnTo>
                <a:lnTo>
                  <a:pt x="3771953" y="297596"/>
                </a:lnTo>
                <a:lnTo>
                  <a:pt x="3726882" y="278194"/>
                </a:lnTo>
                <a:lnTo>
                  <a:pt x="3681491" y="259396"/>
                </a:lnTo>
                <a:lnTo>
                  <a:pt x="3635783" y="241207"/>
                </a:lnTo>
                <a:lnTo>
                  <a:pt x="3589765" y="223631"/>
                </a:lnTo>
                <a:lnTo>
                  <a:pt x="3543441" y="206672"/>
                </a:lnTo>
                <a:lnTo>
                  <a:pt x="3496817" y="190334"/>
                </a:lnTo>
                <a:lnTo>
                  <a:pt x="3449896" y="174620"/>
                </a:lnTo>
                <a:lnTo>
                  <a:pt x="3402686" y="159535"/>
                </a:lnTo>
                <a:lnTo>
                  <a:pt x="3355190" y="145082"/>
                </a:lnTo>
                <a:lnTo>
                  <a:pt x="3307414" y="131266"/>
                </a:lnTo>
                <a:lnTo>
                  <a:pt x="3259363" y="118090"/>
                </a:lnTo>
                <a:lnTo>
                  <a:pt x="3211042" y="105559"/>
                </a:lnTo>
                <a:lnTo>
                  <a:pt x="3162456" y="93676"/>
                </a:lnTo>
                <a:lnTo>
                  <a:pt x="3113610" y="82445"/>
                </a:lnTo>
                <a:lnTo>
                  <a:pt x="3064676" y="71948"/>
                </a:lnTo>
                <a:lnTo>
                  <a:pt x="3015690" y="62172"/>
                </a:lnTo>
                <a:lnTo>
                  <a:pt x="2966659" y="53116"/>
                </a:lnTo>
                <a:lnTo>
                  <a:pt x="2917589" y="44777"/>
                </a:lnTo>
                <a:lnTo>
                  <a:pt x="2868488" y="37155"/>
                </a:lnTo>
                <a:lnTo>
                  <a:pt x="2819360" y="30248"/>
                </a:lnTo>
                <a:lnTo>
                  <a:pt x="2770214" y="24055"/>
                </a:lnTo>
                <a:lnTo>
                  <a:pt x="2721055" y="18573"/>
                </a:lnTo>
                <a:lnTo>
                  <a:pt x="2671891" y="13801"/>
                </a:lnTo>
                <a:lnTo>
                  <a:pt x="2622727" y="9738"/>
                </a:lnTo>
                <a:lnTo>
                  <a:pt x="2573570" y="6382"/>
                </a:lnTo>
                <a:lnTo>
                  <a:pt x="2524427" y="3732"/>
                </a:lnTo>
                <a:lnTo>
                  <a:pt x="2475304" y="1786"/>
                </a:lnTo>
                <a:lnTo>
                  <a:pt x="2426209" y="542"/>
                </a:lnTo>
                <a:lnTo>
                  <a:pt x="2377146" y="0"/>
                </a:lnTo>
                <a:close/>
              </a:path>
              <a:path extrusionOk="0" h="930909" w="4740275">
                <a:moveTo>
                  <a:pt x="3826940" y="322351"/>
                </a:moveTo>
                <a:lnTo>
                  <a:pt x="2588001" y="322351"/>
                </a:lnTo>
                <a:lnTo>
                  <a:pt x="2637212" y="322820"/>
                </a:lnTo>
                <a:lnTo>
                  <a:pt x="2686389" y="324012"/>
                </a:lnTo>
                <a:lnTo>
                  <a:pt x="2735527" y="325926"/>
                </a:lnTo>
                <a:lnTo>
                  <a:pt x="2784618" y="328564"/>
                </a:lnTo>
                <a:lnTo>
                  <a:pt x="2833656" y="331927"/>
                </a:lnTo>
                <a:lnTo>
                  <a:pt x="2882632" y="336016"/>
                </a:lnTo>
                <a:lnTo>
                  <a:pt x="2931541" y="340831"/>
                </a:lnTo>
                <a:lnTo>
                  <a:pt x="2980375" y="346373"/>
                </a:lnTo>
                <a:lnTo>
                  <a:pt x="3029128" y="352644"/>
                </a:lnTo>
                <a:lnTo>
                  <a:pt x="3077791" y="359644"/>
                </a:lnTo>
                <a:lnTo>
                  <a:pt x="3126359" y="367374"/>
                </a:lnTo>
                <a:lnTo>
                  <a:pt x="3174824" y="375834"/>
                </a:lnTo>
                <a:lnTo>
                  <a:pt x="3223179" y="385027"/>
                </a:lnTo>
                <a:lnTo>
                  <a:pt x="3271417" y="394951"/>
                </a:lnTo>
                <a:lnTo>
                  <a:pt x="3319532" y="405610"/>
                </a:lnTo>
                <a:lnTo>
                  <a:pt x="3367516" y="417003"/>
                </a:lnTo>
                <a:lnTo>
                  <a:pt x="3415362" y="429131"/>
                </a:lnTo>
                <a:lnTo>
                  <a:pt x="3463063" y="441995"/>
                </a:lnTo>
                <a:lnTo>
                  <a:pt x="3511235" y="455752"/>
                </a:lnTo>
                <a:lnTo>
                  <a:pt x="3559065" y="470223"/>
                </a:lnTo>
                <a:lnTo>
                  <a:pt x="3606550" y="485403"/>
                </a:lnTo>
                <a:lnTo>
                  <a:pt x="3653683" y="501288"/>
                </a:lnTo>
                <a:lnTo>
                  <a:pt x="3700459" y="517874"/>
                </a:lnTo>
                <a:lnTo>
                  <a:pt x="3746873" y="535156"/>
                </a:lnTo>
                <a:lnTo>
                  <a:pt x="3792920" y="553131"/>
                </a:lnTo>
                <a:lnTo>
                  <a:pt x="3838593" y="571792"/>
                </a:lnTo>
                <a:lnTo>
                  <a:pt x="3883888" y="591137"/>
                </a:lnTo>
                <a:lnTo>
                  <a:pt x="3928798" y="611161"/>
                </a:lnTo>
                <a:lnTo>
                  <a:pt x="3973320" y="631860"/>
                </a:lnTo>
                <a:lnTo>
                  <a:pt x="4017447" y="653228"/>
                </a:lnTo>
                <a:lnTo>
                  <a:pt x="4061174" y="675263"/>
                </a:lnTo>
                <a:lnTo>
                  <a:pt x="4104496" y="697958"/>
                </a:lnTo>
                <a:lnTo>
                  <a:pt x="4147406" y="721311"/>
                </a:lnTo>
                <a:lnTo>
                  <a:pt x="4189901" y="745317"/>
                </a:lnTo>
                <a:lnTo>
                  <a:pt x="4231974" y="769971"/>
                </a:lnTo>
                <a:lnTo>
                  <a:pt x="4273620" y="795269"/>
                </a:lnTo>
                <a:lnTo>
                  <a:pt x="4314834" y="821206"/>
                </a:lnTo>
                <a:lnTo>
                  <a:pt x="4355610" y="847779"/>
                </a:lnTo>
                <a:lnTo>
                  <a:pt x="4395942" y="874982"/>
                </a:lnTo>
                <a:lnTo>
                  <a:pt x="4435827" y="902813"/>
                </a:lnTo>
                <a:lnTo>
                  <a:pt x="4474299" y="930574"/>
                </a:lnTo>
                <a:lnTo>
                  <a:pt x="4739806" y="930574"/>
                </a:lnTo>
                <a:lnTo>
                  <a:pt x="4708214" y="901713"/>
                </a:lnTo>
                <a:lnTo>
                  <a:pt x="4671937" y="869489"/>
                </a:lnTo>
                <a:lnTo>
                  <a:pt x="4635222" y="837779"/>
                </a:lnTo>
                <a:lnTo>
                  <a:pt x="4598074" y="806587"/>
                </a:lnTo>
                <a:lnTo>
                  <a:pt x="4560497" y="775917"/>
                </a:lnTo>
                <a:lnTo>
                  <a:pt x="4522497" y="745772"/>
                </a:lnTo>
                <a:lnTo>
                  <a:pt x="4484079" y="716158"/>
                </a:lnTo>
                <a:lnTo>
                  <a:pt x="4445248" y="687077"/>
                </a:lnTo>
                <a:lnTo>
                  <a:pt x="4406009" y="658533"/>
                </a:lnTo>
                <a:lnTo>
                  <a:pt x="4366367" y="630532"/>
                </a:lnTo>
                <a:lnTo>
                  <a:pt x="4326328" y="603076"/>
                </a:lnTo>
                <a:lnTo>
                  <a:pt x="4285896" y="576169"/>
                </a:lnTo>
                <a:lnTo>
                  <a:pt x="4245077" y="549817"/>
                </a:lnTo>
                <a:lnTo>
                  <a:pt x="4203875" y="524021"/>
                </a:lnTo>
                <a:lnTo>
                  <a:pt x="4162296" y="498787"/>
                </a:lnTo>
                <a:lnTo>
                  <a:pt x="4120345" y="474118"/>
                </a:lnTo>
                <a:lnTo>
                  <a:pt x="4078027" y="450019"/>
                </a:lnTo>
                <a:lnTo>
                  <a:pt x="4035347" y="426493"/>
                </a:lnTo>
                <a:lnTo>
                  <a:pt x="3992310" y="403544"/>
                </a:lnTo>
                <a:lnTo>
                  <a:pt x="3948922" y="381176"/>
                </a:lnTo>
                <a:lnTo>
                  <a:pt x="3905187" y="359394"/>
                </a:lnTo>
                <a:lnTo>
                  <a:pt x="3861110" y="338200"/>
                </a:lnTo>
                <a:lnTo>
                  <a:pt x="3826940" y="322351"/>
                </a:lnTo>
                <a:close/>
              </a:path>
            </a:pathLst>
          </a:custGeom>
          <a:solidFill>
            <a:srgbClr val="47D985"/>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118" name="Google Shape;118;p6"/>
          <p:cNvSpPr txBox="1"/>
          <p:nvPr/>
        </p:nvSpPr>
        <p:spPr>
          <a:xfrm>
            <a:off x="499488" y="1866798"/>
            <a:ext cx="5837811" cy="4260141"/>
          </a:xfrm>
          <a:prstGeom prst="rect">
            <a:avLst/>
          </a:prstGeom>
          <a:noFill/>
          <a:ln>
            <a:noFill/>
          </a:ln>
        </p:spPr>
        <p:txBody>
          <a:bodyPr anchorCtr="0" anchor="t" bIns="0" lIns="0" spcFirstLastPara="1" rIns="0" wrap="square" tIns="12700">
            <a:spAutoFit/>
          </a:bodyPr>
          <a:lstStyle/>
          <a:p>
            <a:pPr indent="0" lvl="0" marL="0" rtl="0" algn="l">
              <a:spcBef>
                <a:spcPts val="0"/>
              </a:spcBef>
              <a:spcAft>
                <a:spcPts val="0"/>
              </a:spcAft>
              <a:buNone/>
            </a:pPr>
            <a:r>
              <a:t/>
            </a:r>
            <a:endParaRPr b="1" sz="1600"/>
          </a:p>
          <a:p>
            <a:pPr indent="-285750" lvl="0" marL="285750" rtl="0" algn="l">
              <a:spcBef>
                <a:spcPts val="0"/>
              </a:spcBef>
              <a:spcAft>
                <a:spcPts val="0"/>
              </a:spcAft>
              <a:buClr>
                <a:srgbClr val="00625F"/>
              </a:buClr>
              <a:buSzPts val="2000"/>
              <a:buFont typeface="Arial"/>
              <a:buChar char="•"/>
            </a:pPr>
            <a:r>
              <a:rPr b="1" lang="en-US" sz="2000">
                <a:solidFill>
                  <a:srgbClr val="00625F"/>
                </a:solidFill>
                <a:latin typeface="Arial"/>
                <a:ea typeface="Arial"/>
                <a:cs typeface="Arial"/>
                <a:sym typeface="Arial"/>
              </a:rPr>
              <a:t>Connect</a:t>
            </a:r>
            <a:r>
              <a:rPr lang="en-US" sz="2000">
                <a:solidFill>
                  <a:srgbClr val="4F6128"/>
                </a:solidFill>
                <a:latin typeface="Arial"/>
                <a:ea typeface="Arial"/>
                <a:cs typeface="Arial"/>
                <a:sym typeface="Arial"/>
              </a:rPr>
              <a:t> </a:t>
            </a:r>
            <a:r>
              <a:rPr lang="en-US" sz="2000">
                <a:latin typeface="Arial"/>
                <a:ea typeface="Arial"/>
                <a:cs typeface="Arial"/>
                <a:sym typeface="Arial"/>
              </a:rPr>
              <a:t>farmers, investors, and buyers via a secure, transparent ecosystem.</a:t>
            </a:r>
            <a:endParaRPr sz="1800"/>
          </a:p>
          <a:p>
            <a:pPr indent="-285750" lvl="0" marL="285750" rtl="0" algn="l">
              <a:spcBef>
                <a:spcPts val="0"/>
              </a:spcBef>
              <a:spcAft>
                <a:spcPts val="0"/>
              </a:spcAft>
              <a:buClr>
                <a:srgbClr val="00625F"/>
              </a:buClr>
              <a:buSzPts val="2000"/>
              <a:buFont typeface="Arial"/>
              <a:buChar char="•"/>
            </a:pPr>
            <a:r>
              <a:rPr b="1" lang="en-US" sz="2000">
                <a:solidFill>
                  <a:srgbClr val="00625F"/>
                </a:solidFill>
                <a:latin typeface="Arial"/>
                <a:ea typeface="Arial"/>
                <a:cs typeface="Arial"/>
                <a:sym typeface="Arial"/>
              </a:rPr>
              <a:t>Help</a:t>
            </a:r>
            <a:r>
              <a:rPr lang="en-US" sz="2000">
                <a:latin typeface="Arial"/>
                <a:ea typeface="Arial"/>
                <a:cs typeface="Arial"/>
                <a:sym typeface="Arial"/>
              </a:rPr>
              <a:t> farmers manage data, costs, and risks effectively.</a:t>
            </a:r>
            <a:endParaRPr/>
          </a:p>
          <a:p>
            <a:pPr indent="-285750" lvl="0" marL="285750" rtl="0" algn="l">
              <a:spcBef>
                <a:spcPts val="0"/>
              </a:spcBef>
              <a:spcAft>
                <a:spcPts val="0"/>
              </a:spcAft>
              <a:buClr>
                <a:srgbClr val="00625F"/>
              </a:buClr>
              <a:buSzPts val="2000"/>
              <a:buFont typeface="Arial"/>
              <a:buChar char="•"/>
            </a:pPr>
            <a:r>
              <a:rPr b="1" lang="en-US" sz="2000">
                <a:solidFill>
                  <a:srgbClr val="00625F"/>
                </a:solidFill>
                <a:latin typeface="Arial"/>
                <a:ea typeface="Arial"/>
                <a:cs typeface="Arial"/>
                <a:sym typeface="Arial"/>
              </a:rPr>
              <a:t>Provide</a:t>
            </a:r>
            <a:r>
              <a:rPr lang="en-US" sz="2000">
                <a:latin typeface="Arial"/>
                <a:ea typeface="Arial"/>
                <a:cs typeface="Arial"/>
                <a:sym typeface="Arial"/>
              </a:rPr>
              <a:t> reliable land, crop, and productivity data.</a:t>
            </a:r>
            <a:endParaRPr/>
          </a:p>
          <a:p>
            <a:pPr indent="-285750" lvl="0" marL="285750" rtl="0" algn="l">
              <a:spcBef>
                <a:spcPts val="0"/>
              </a:spcBef>
              <a:spcAft>
                <a:spcPts val="0"/>
              </a:spcAft>
              <a:buClr>
                <a:srgbClr val="00625F"/>
              </a:buClr>
              <a:buSzPts val="2000"/>
              <a:buFont typeface="Arial"/>
              <a:buChar char="•"/>
            </a:pPr>
            <a:r>
              <a:rPr b="1" lang="en-US" sz="2000">
                <a:solidFill>
                  <a:srgbClr val="00625F"/>
                </a:solidFill>
                <a:latin typeface="Arial"/>
                <a:ea typeface="Arial"/>
                <a:cs typeface="Arial"/>
                <a:sym typeface="Arial"/>
              </a:rPr>
              <a:t>Enable </a:t>
            </a:r>
            <a:r>
              <a:rPr lang="en-US" sz="2000">
                <a:latin typeface="Arial"/>
                <a:ea typeface="Arial"/>
                <a:cs typeface="Arial"/>
                <a:sym typeface="Arial"/>
              </a:rPr>
              <a:t>investors to make informed decisions with real-time insights.</a:t>
            </a:r>
            <a:endParaRPr/>
          </a:p>
          <a:p>
            <a:pPr indent="-285750" lvl="0" marL="285750" rtl="0" algn="l">
              <a:spcBef>
                <a:spcPts val="0"/>
              </a:spcBef>
              <a:spcAft>
                <a:spcPts val="0"/>
              </a:spcAft>
              <a:buClr>
                <a:srgbClr val="00625F"/>
              </a:buClr>
              <a:buSzPts val="2000"/>
              <a:buFont typeface="Arial"/>
              <a:buChar char="•"/>
            </a:pPr>
            <a:r>
              <a:rPr b="1" lang="en-US" sz="2000">
                <a:solidFill>
                  <a:srgbClr val="00625F"/>
                </a:solidFill>
                <a:latin typeface="Arial"/>
                <a:ea typeface="Arial"/>
                <a:cs typeface="Arial"/>
                <a:sym typeface="Arial"/>
              </a:rPr>
              <a:t>Support </a:t>
            </a:r>
            <a:r>
              <a:rPr lang="en-US" sz="2000">
                <a:latin typeface="Arial"/>
                <a:ea typeface="Arial"/>
                <a:cs typeface="Arial"/>
                <a:sym typeface="Arial"/>
              </a:rPr>
              <a:t>smart and sustainable agriculture through digital tools.</a:t>
            </a:r>
            <a:endParaRPr sz="1800"/>
          </a:p>
          <a:p>
            <a:pPr indent="-285750" lvl="0" marL="285750" rtl="0" algn="l">
              <a:spcBef>
                <a:spcPts val="0"/>
              </a:spcBef>
              <a:spcAft>
                <a:spcPts val="0"/>
              </a:spcAft>
              <a:buClr>
                <a:srgbClr val="00625F"/>
              </a:buClr>
              <a:buSzPts val="2000"/>
              <a:buFont typeface="Arial"/>
              <a:buChar char="•"/>
            </a:pPr>
            <a:r>
              <a:rPr b="1" lang="en-US" sz="2000">
                <a:solidFill>
                  <a:srgbClr val="00625F"/>
                </a:solidFill>
                <a:latin typeface="Arial"/>
                <a:ea typeface="Arial"/>
                <a:cs typeface="Arial"/>
                <a:sym typeface="Arial"/>
              </a:rPr>
              <a:t>Ensure</a:t>
            </a:r>
            <a:r>
              <a:rPr lang="en-US" sz="2000">
                <a:latin typeface="Arial"/>
                <a:ea typeface="Arial"/>
                <a:cs typeface="Arial"/>
                <a:sym typeface="Arial"/>
              </a:rPr>
              <a:t> transparency across the entire project lifecycle.</a:t>
            </a:r>
            <a:endParaRPr sz="1800"/>
          </a:p>
          <a:p>
            <a:pPr indent="-285750" lvl="0" marL="285750" rtl="0" algn="l">
              <a:spcBef>
                <a:spcPts val="0"/>
              </a:spcBef>
              <a:spcAft>
                <a:spcPts val="0"/>
              </a:spcAft>
              <a:buClr>
                <a:srgbClr val="00625F"/>
              </a:buClr>
              <a:buSzPts val="2000"/>
              <a:buFont typeface="Arial"/>
              <a:buChar char="•"/>
            </a:pPr>
            <a:r>
              <a:rPr b="1" lang="en-US" sz="2000">
                <a:solidFill>
                  <a:srgbClr val="00625F"/>
                </a:solidFill>
                <a:latin typeface="Arial"/>
                <a:ea typeface="Arial"/>
                <a:cs typeface="Arial"/>
                <a:sym typeface="Arial"/>
              </a:rPr>
              <a:t>Allow </a:t>
            </a:r>
            <a:r>
              <a:rPr lang="en-US" sz="2000">
                <a:latin typeface="Arial"/>
                <a:ea typeface="Arial"/>
                <a:cs typeface="Arial"/>
                <a:sym typeface="Arial"/>
              </a:rPr>
              <a:t>farmers direct market access without intermediaries.</a:t>
            </a:r>
            <a:endParaRPr/>
          </a:p>
        </p:txBody>
      </p:sp>
      <p:sp>
        <p:nvSpPr>
          <p:cNvPr id="119" name="Google Shape;119;p6"/>
          <p:cNvSpPr txBox="1"/>
          <p:nvPr>
            <p:ph type="title"/>
          </p:nvPr>
        </p:nvSpPr>
        <p:spPr>
          <a:xfrm>
            <a:off x="498333" y="1058175"/>
            <a:ext cx="5505200" cy="638636"/>
          </a:xfrm>
          <a:prstGeom prst="rect">
            <a:avLst/>
          </a:prstGeom>
          <a:noFill/>
          <a:ln>
            <a:noFill/>
          </a:ln>
        </p:spPr>
        <p:txBody>
          <a:bodyPr anchorCtr="0" anchor="t" bIns="0" lIns="0" spcFirstLastPara="1" rIns="0" wrap="square" tIns="83800">
            <a:spAutoFit/>
          </a:bodyPr>
          <a:lstStyle/>
          <a:p>
            <a:pPr indent="0" lvl="0" marL="0" rtl="0" algn="l">
              <a:spcBef>
                <a:spcPts val="0"/>
              </a:spcBef>
              <a:spcAft>
                <a:spcPts val="0"/>
              </a:spcAft>
              <a:buNone/>
            </a:pPr>
            <a:r>
              <a:rPr lang="en-US"/>
              <a:t>Objectives</a:t>
            </a:r>
            <a:endParaRPr b="1" sz="3600"/>
          </a:p>
        </p:txBody>
      </p:sp>
      <p:pic>
        <p:nvPicPr>
          <p:cNvPr id="120" name="Google Shape;120;p6"/>
          <p:cNvPicPr preferRelativeResize="0"/>
          <p:nvPr/>
        </p:nvPicPr>
        <p:blipFill rotWithShape="1">
          <a:blip r:embed="rId3">
            <a:alphaModFix/>
          </a:blip>
          <a:srcRect b="0" l="0" r="0" t="0"/>
          <a:stretch/>
        </p:blipFill>
        <p:spPr>
          <a:xfrm>
            <a:off x="4573587" y="0"/>
            <a:ext cx="6118416" cy="858913"/>
          </a:xfrm>
          <a:prstGeom prst="rect">
            <a:avLst/>
          </a:prstGeom>
          <a:noFill/>
          <a:ln>
            <a:noFill/>
          </a:ln>
        </p:spPr>
      </p:pic>
      <p:pic>
        <p:nvPicPr>
          <p:cNvPr id="121" name="Google Shape;121;p6"/>
          <p:cNvPicPr preferRelativeResize="0"/>
          <p:nvPr/>
        </p:nvPicPr>
        <p:blipFill rotWithShape="1">
          <a:blip r:embed="rId4">
            <a:alphaModFix/>
          </a:blip>
          <a:srcRect b="0" l="0" r="0" t="0"/>
          <a:stretch/>
        </p:blipFill>
        <p:spPr>
          <a:xfrm>
            <a:off x="6044805" y="1439993"/>
            <a:ext cx="4762500" cy="4762500"/>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126" name="Shape 126"/>
        <p:cNvGrpSpPr/>
        <p:nvPr/>
      </p:nvGrpSpPr>
      <p:grpSpPr>
        <a:xfrm>
          <a:off x="0" y="0"/>
          <a:ext cx="0" cy="0"/>
          <a:chOff x="0" y="0"/>
          <a:chExt cx="0" cy="0"/>
        </a:xfrm>
      </p:grpSpPr>
      <p:sp>
        <p:nvSpPr>
          <p:cNvPr id="127" name="Google Shape;127;p7"/>
          <p:cNvSpPr/>
          <p:nvPr/>
        </p:nvSpPr>
        <p:spPr>
          <a:xfrm>
            <a:off x="2" y="16"/>
            <a:ext cx="10685780" cy="7560309"/>
          </a:xfrm>
          <a:custGeom>
            <a:rect b="b" l="l" r="r" t="t"/>
            <a:pathLst>
              <a:path extrusionOk="0" h="7560309" w="10685780">
                <a:moveTo>
                  <a:pt x="0" y="0"/>
                </a:moveTo>
                <a:lnTo>
                  <a:pt x="0" y="7559986"/>
                </a:lnTo>
                <a:lnTo>
                  <a:pt x="10685702" y="7559986"/>
                </a:lnTo>
                <a:lnTo>
                  <a:pt x="10685702" y="0"/>
                </a:lnTo>
                <a:lnTo>
                  <a:pt x="0" y="0"/>
                </a:lnTo>
                <a:close/>
              </a:path>
            </a:pathLst>
          </a:custGeom>
          <a:solidFill>
            <a:srgbClr val="00625F"/>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grpSp>
        <p:nvGrpSpPr>
          <p:cNvPr id="128" name="Google Shape;128;p7"/>
          <p:cNvGrpSpPr/>
          <p:nvPr/>
        </p:nvGrpSpPr>
        <p:grpSpPr>
          <a:xfrm>
            <a:off x="0" y="0"/>
            <a:ext cx="10685703" cy="7560004"/>
            <a:chOff x="0" y="0"/>
            <a:chExt cx="10685703" cy="7560004"/>
          </a:xfrm>
        </p:grpSpPr>
        <p:pic>
          <p:nvPicPr>
            <p:cNvPr id="129" name="Google Shape;129;p7"/>
            <p:cNvPicPr preferRelativeResize="0"/>
            <p:nvPr/>
          </p:nvPicPr>
          <p:blipFill rotWithShape="1">
            <a:blip r:embed="rId3">
              <a:alphaModFix/>
            </a:blip>
            <a:srcRect b="0" l="0" r="0" t="0"/>
            <a:stretch/>
          </p:blipFill>
          <p:spPr>
            <a:xfrm>
              <a:off x="1230464" y="0"/>
              <a:ext cx="9455238" cy="3052991"/>
            </a:xfrm>
            <a:prstGeom prst="rect">
              <a:avLst/>
            </a:prstGeom>
            <a:noFill/>
            <a:ln>
              <a:noFill/>
            </a:ln>
          </p:spPr>
        </p:pic>
        <p:pic>
          <p:nvPicPr>
            <p:cNvPr id="130" name="Google Shape;130;p7"/>
            <p:cNvPicPr preferRelativeResize="0"/>
            <p:nvPr/>
          </p:nvPicPr>
          <p:blipFill rotWithShape="1">
            <a:blip r:embed="rId4">
              <a:alphaModFix/>
            </a:blip>
            <a:srcRect b="0" l="0" r="0" t="0"/>
            <a:stretch/>
          </p:blipFill>
          <p:spPr>
            <a:xfrm>
              <a:off x="0" y="12"/>
              <a:ext cx="1237449" cy="7559992"/>
            </a:xfrm>
            <a:prstGeom prst="rect">
              <a:avLst/>
            </a:prstGeom>
            <a:noFill/>
            <a:ln>
              <a:noFill/>
            </a:ln>
          </p:spPr>
        </p:pic>
        <p:pic>
          <p:nvPicPr>
            <p:cNvPr id="131" name="Google Shape;131;p7"/>
            <p:cNvPicPr preferRelativeResize="0"/>
            <p:nvPr/>
          </p:nvPicPr>
          <p:blipFill rotWithShape="1">
            <a:blip r:embed="rId5">
              <a:alphaModFix/>
            </a:blip>
            <a:srcRect b="0" l="0" r="0" t="0"/>
            <a:stretch/>
          </p:blipFill>
          <p:spPr>
            <a:xfrm>
              <a:off x="1230464" y="3045752"/>
              <a:ext cx="9455238" cy="3222599"/>
            </a:xfrm>
            <a:prstGeom prst="rect">
              <a:avLst/>
            </a:prstGeom>
            <a:noFill/>
            <a:ln>
              <a:noFill/>
            </a:ln>
          </p:spPr>
        </p:pic>
        <p:pic>
          <p:nvPicPr>
            <p:cNvPr id="132" name="Google Shape;132;p7"/>
            <p:cNvPicPr preferRelativeResize="0"/>
            <p:nvPr/>
          </p:nvPicPr>
          <p:blipFill rotWithShape="1">
            <a:blip r:embed="rId6">
              <a:alphaModFix/>
            </a:blip>
            <a:srcRect b="0" l="0" r="0" t="0"/>
            <a:stretch/>
          </p:blipFill>
          <p:spPr>
            <a:xfrm>
              <a:off x="1231074" y="6261087"/>
              <a:ext cx="9454629" cy="1298917"/>
            </a:xfrm>
            <a:prstGeom prst="rect">
              <a:avLst/>
            </a:prstGeom>
            <a:noFill/>
            <a:ln>
              <a:noFill/>
            </a:ln>
          </p:spPr>
        </p:pic>
      </p:grpSp>
      <p:sp>
        <p:nvSpPr>
          <p:cNvPr id="133" name="Google Shape;133;p7"/>
          <p:cNvSpPr txBox="1"/>
          <p:nvPr/>
        </p:nvSpPr>
        <p:spPr>
          <a:xfrm>
            <a:off x="1496644" y="377743"/>
            <a:ext cx="9107856" cy="628377"/>
          </a:xfrm>
          <a:prstGeom prst="rect">
            <a:avLst/>
          </a:prstGeom>
          <a:noFill/>
          <a:ln>
            <a:noFill/>
          </a:ln>
        </p:spPr>
        <p:txBody>
          <a:bodyPr anchorCtr="0" anchor="t" bIns="0" lIns="0" spcFirstLastPara="1" rIns="0" wrap="square" tIns="12700">
            <a:spAutoFit/>
          </a:bodyPr>
          <a:lstStyle/>
          <a:p>
            <a:pPr indent="0" lvl="0" marL="12700" rtl="0" algn="l">
              <a:spcBef>
                <a:spcPts val="0"/>
              </a:spcBef>
              <a:spcAft>
                <a:spcPts val="0"/>
              </a:spcAft>
              <a:buNone/>
            </a:pPr>
            <a:r>
              <a:rPr b="1" lang="en-US" sz="4000">
                <a:solidFill>
                  <a:srgbClr val="FFFFFF"/>
                </a:solidFill>
                <a:latin typeface="Tahoma"/>
                <a:ea typeface="Tahoma"/>
                <a:cs typeface="Tahoma"/>
                <a:sym typeface="Tahoma"/>
              </a:rPr>
              <a:t>System Scope (</a:t>
            </a:r>
            <a:r>
              <a:rPr b="1" lang="en-US" sz="4000">
                <a:solidFill>
                  <a:schemeClr val="lt1"/>
                </a:solidFill>
              </a:rPr>
              <a:t>In-Scope</a:t>
            </a:r>
            <a:r>
              <a:rPr b="1" lang="en-US" sz="4000">
                <a:solidFill>
                  <a:srgbClr val="FFFFFF"/>
                </a:solidFill>
                <a:latin typeface="Tahoma"/>
                <a:ea typeface="Tahoma"/>
                <a:cs typeface="Tahoma"/>
                <a:sym typeface="Tahoma"/>
              </a:rPr>
              <a:t>)</a:t>
            </a:r>
            <a:endParaRPr sz="4000">
              <a:latin typeface="Tahoma"/>
              <a:ea typeface="Tahoma"/>
              <a:cs typeface="Tahoma"/>
              <a:sym typeface="Tahoma"/>
            </a:endParaRPr>
          </a:p>
        </p:txBody>
      </p:sp>
      <p:sp>
        <p:nvSpPr>
          <p:cNvPr id="134" name="Google Shape;134;p7"/>
          <p:cNvSpPr txBox="1"/>
          <p:nvPr>
            <p:ph idx="12" type="sldNum"/>
          </p:nvPr>
        </p:nvSpPr>
        <p:spPr>
          <a:xfrm>
            <a:off x="501900" y="7055043"/>
            <a:ext cx="2872104" cy="167640"/>
          </a:xfrm>
          <a:prstGeom prst="rect">
            <a:avLst/>
          </a:prstGeom>
          <a:noFill/>
          <a:ln>
            <a:noFill/>
          </a:ln>
        </p:spPr>
        <p:txBody>
          <a:bodyPr anchorCtr="0" anchor="t" bIns="0" lIns="0" spcFirstLastPara="1" rIns="0" wrap="square" tIns="5700">
            <a:spAutoFit/>
          </a:bodyPr>
          <a:lstStyle/>
          <a:p>
            <a:pPr indent="0" lvl="0" marL="38100" rtl="0" algn="l">
              <a:lnSpc>
                <a:spcPct val="100000"/>
              </a:lnSpc>
              <a:spcBef>
                <a:spcPts val="0"/>
              </a:spcBef>
              <a:spcAft>
                <a:spcPts val="0"/>
              </a:spcAft>
              <a:buNone/>
            </a:pPr>
            <a:fld id="{00000000-1234-1234-1234-123412341234}" type="slidenum">
              <a:rPr lang="en-US"/>
              <a:t>‹#›</a:t>
            </a:fld>
            <a:r>
              <a:rPr lang="en-US"/>
              <a:t>  Farm Management Information Systems (FMIS)</a:t>
            </a:r>
            <a:endParaRPr/>
          </a:p>
        </p:txBody>
      </p:sp>
      <p:sp>
        <p:nvSpPr>
          <p:cNvPr id="135" name="Google Shape;135;p7"/>
          <p:cNvSpPr txBox="1"/>
          <p:nvPr/>
        </p:nvSpPr>
        <p:spPr>
          <a:xfrm>
            <a:off x="683379" y="1898990"/>
            <a:ext cx="4219562" cy="2400657"/>
          </a:xfrm>
          <a:prstGeom prst="rect">
            <a:avLst/>
          </a:prstGeom>
          <a:noFill/>
          <a:ln>
            <a:noFill/>
          </a:ln>
        </p:spPr>
        <p:txBody>
          <a:bodyPr anchorCtr="0" anchor="t" bIns="45700" lIns="91425" spcFirstLastPara="1" rIns="91425" wrap="square" tIns="45700">
            <a:spAutoFit/>
          </a:bodyPr>
          <a:lstStyle/>
          <a:p>
            <a:pPr indent="0" lvl="0" marL="0" rtl="0" algn="l">
              <a:spcBef>
                <a:spcPts val="0"/>
              </a:spcBef>
              <a:spcAft>
                <a:spcPts val="0"/>
              </a:spcAft>
              <a:buNone/>
            </a:pPr>
            <a:r>
              <a:rPr b="1" lang="en-US" sz="2400">
                <a:solidFill>
                  <a:srgbClr val="C2D59B"/>
                </a:solidFill>
              </a:rPr>
              <a:t>Investment System:</a:t>
            </a:r>
            <a:endParaRPr b="1" sz="1800">
              <a:solidFill>
                <a:schemeClr val="lt1"/>
              </a:solidFill>
            </a:endParaRPr>
          </a:p>
          <a:p>
            <a:pPr indent="-285750" lvl="0" marL="285750" rtl="0" algn="l">
              <a:spcBef>
                <a:spcPts val="0"/>
              </a:spcBef>
              <a:spcAft>
                <a:spcPts val="0"/>
              </a:spcAft>
              <a:buClr>
                <a:schemeClr val="lt1"/>
              </a:buClr>
              <a:buSzPts val="1800"/>
              <a:buFont typeface="Arial"/>
              <a:buChar char="•"/>
            </a:pPr>
            <a:r>
              <a:rPr lang="en-US" sz="1800">
                <a:solidFill>
                  <a:schemeClr val="lt1"/>
                </a:solidFill>
                <a:latin typeface="Arial"/>
                <a:ea typeface="Arial"/>
                <a:cs typeface="Arial"/>
                <a:sym typeface="Arial"/>
              </a:rPr>
              <a:t>Investor dashboard for browsing projects, tracking investments, and analyzing risks.</a:t>
            </a:r>
            <a:endParaRPr/>
          </a:p>
          <a:p>
            <a:pPr indent="-285750" lvl="0" marL="285750" rtl="0" algn="l">
              <a:spcBef>
                <a:spcPts val="0"/>
              </a:spcBef>
              <a:spcAft>
                <a:spcPts val="0"/>
              </a:spcAft>
              <a:buClr>
                <a:schemeClr val="lt1"/>
              </a:buClr>
              <a:buSzPts val="1800"/>
              <a:buFont typeface="Arial"/>
              <a:buChar char="•"/>
            </a:pPr>
            <a:r>
              <a:rPr lang="en-US" sz="1800">
                <a:solidFill>
                  <a:schemeClr val="lt1"/>
                </a:solidFill>
                <a:latin typeface="Arial"/>
                <a:ea typeface="Arial"/>
                <a:cs typeface="Arial"/>
                <a:sym typeface="Arial"/>
              </a:rPr>
              <a:t>Financial analysis and reporting tools.</a:t>
            </a:r>
            <a:endParaRPr/>
          </a:p>
          <a:p>
            <a:pPr indent="-285750" lvl="0" marL="285750" rtl="0" algn="l">
              <a:spcBef>
                <a:spcPts val="0"/>
              </a:spcBef>
              <a:spcAft>
                <a:spcPts val="0"/>
              </a:spcAft>
              <a:buClr>
                <a:schemeClr val="lt1"/>
              </a:buClr>
              <a:buSzPts val="1800"/>
              <a:buFont typeface="Arial"/>
              <a:buChar char="•"/>
            </a:pPr>
            <a:r>
              <a:rPr lang="en-US" sz="1800">
                <a:solidFill>
                  <a:schemeClr val="lt1"/>
                </a:solidFill>
                <a:latin typeface="Arial"/>
                <a:ea typeface="Arial"/>
                <a:cs typeface="Arial"/>
                <a:sym typeface="Arial"/>
              </a:rPr>
              <a:t>Real-time monitoring, automated settlements, and risk alerts.</a:t>
            </a:r>
            <a:endParaRPr/>
          </a:p>
        </p:txBody>
      </p:sp>
      <p:sp>
        <p:nvSpPr>
          <p:cNvPr id="136" name="Google Shape;136;p7"/>
          <p:cNvSpPr txBox="1"/>
          <p:nvPr/>
        </p:nvSpPr>
        <p:spPr>
          <a:xfrm>
            <a:off x="5713938" y="1898990"/>
            <a:ext cx="3922517" cy="1846659"/>
          </a:xfrm>
          <a:prstGeom prst="rect">
            <a:avLst/>
          </a:prstGeom>
          <a:noFill/>
          <a:ln>
            <a:noFill/>
          </a:ln>
        </p:spPr>
        <p:txBody>
          <a:bodyPr anchorCtr="0" anchor="t" bIns="45700" lIns="91425" spcFirstLastPara="1" rIns="91425" wrap="square" tIns="45700">
            <a:spAutoFit/>
          </a:bodyPr>
          <a:lstStyle/>
          <a:p>
            <a:pPr indent="0" lvl="0" marL="0" rtl="0" algn="l">
              <a:spcBef>
                <a:spcPts val="0"/>
              </a:spcBef>
              <a:spcAft>
                <a:spcPts val="0"/>
              </a:spcAft>
              <a:buNone/>
            </a:pPr>
            <a:r>
              <a:rPr b="1" lang="en-US" sz="2400">
                <a:solidFill>
                  <a:srgbClr val="C2D59B"/>
                </a:solidFill>
              </a:rPr>
              <a:t>Management System:</a:t>
            </a:r>
            <a:endParaRPr/>
          </a:p>
          <a:p>
            <a:pPr indent="-285750" lvl="0" marL="285750" rtl="0" algn="l">
              <a:spcBef>
                <a:spcPts val="0"/>
              </a:spcBef>
              <a:spcAft>
                <a:spcPts val="0"/>
              </a:spcAft>
              <a:buClr>
                <a:schemeClr val="lt1"/>
              </a:buClr>
              <a:buSzPts val="1800"/>
              <a:buFont typeface="Arial"/>
              <a:buChar char="•"/>
            </a:pPr>
            <a:r>
              <a:rPr lang="en-US" sz="1800">
                <a:solidFill>
                  <a:schemeClr val="lt1"/>
                </a:solidFill>
                <a:latin typeface="Arial"/>
                <a:ea typeface="Arial"/>
                <a:cs typeface="Arial"/>
                <a:sym typeface="Arial"/>
              </a:rPr>
              <a:t>Farmer dashboard to manage crops, costs, schedules, and performance.</a:t>
            </a:r>
            <a:endParaRPr/>
          </a:p>
          <a:p>
            <a:pPr indent="-285750" lvl="0" marL="285750" rtl="0" algn="l">
              <a:spcBef>
                <a:spcPts val="0"/>
              </a:spcBef>
              <a:spcAft>
                <a:spcPts val="0"/>
              </a:spcAft>
              <a:buClr>
                <a:schemeClr val="lt1"/>
              </a:buClr>
              <a:buSzPts val="1800"/>
              <a:buFont typeface="Arial"/>
              <a:buChar char="•"/>
            </a:pPr>
            <a:r>
              <a:rPr lang="en-US" sz="1800">
                <a:solidFill>
                  <a:schemeClr val="lt1"/>
                </a:solidFill>
                <a:latin typeface="Arial"/>
                <a:ea typeface="Arial"/>
                <a:cs typeface="Arial"/>
                <a:sym typeface="Arial"/>
              </a:rPr>
              <a:t>Smart contracts for profit-sharing</a:t>
            </a:r>
            <a:r>
              <a:rPr lang="en-US" sz="1800">
                <a:solidFill>
                  <a:schemeClr val="lt1"/>
                </a:solidFill>
              </a:rPr>
              <a:t>.</a:t>
            </a:r>
            <a:endParaRPr/>
          </a:p>
        </p:txBody>
      </p:sp>
      <p:sp>
        <p:nvSpPr>
          <p:cNvPr id="137" name="Google Shape;137;p7"/>
          <p:cNvSpPr txBox="1"/>
          <p:nvPr/>
        </p:nvSpPr>
        <p:spPr>
          <a:xfrm>
            <a:off x="5713938" y="4790176"/>
            <a:ext cx="3563328" cy="1846659"/>
          </a:xfrm>
          <a:prstGeom prst="rect">
            <a:avLst/>
          </a:prstGeom>
          <a:noFill/>
          <a:ln>
            <a:noFill/>
          </a:ln>
        </p:spPr>
        <p:txBody>
          <a:bodyPr anchorCtr="0" anchor="t" bIns="45700" lIns="91425" spcFirstLastPara="1" rIns="91425" wrap="square" tIns="45700">
            <a:spAutoFit/>
          </a:bodyPr>
          <a:lstStyle/>
          <a:p>
            <a:pPr indent="0" lvl="0" marL="0" rtl="0" algn="l">
              <a:spcBef>
                <a:spcPts val="0"/>
              </a:spcBef>
              <a:spcAft>
                <a:spcPts val="0"/>
              </a:spcAft>
              <a:buNone/>
            </a:pPr>
            <a:r>
              <a:rPr b="1" lang="en-US" sz="2400">
                <a:solidFill>
                  <a:srgbClr val="C2D59B"/>
                </a:solidFill>
              </a:rPr>
              <a:t>Platform-Wide:</a:t>
            </a:r>
            <a:endParaRPr/>
          </a:p>
          <a:p>
            <a:pPr indent="-285750" lvl="0" marL="285750" rtl="0" algn="l">
              <a:spcBef>
                <a:spcPts val="0"/>
              </a:spcBef>
              <a:spcAft>
                <a:spcPts val="0"/>
              </a:spcAft>
              <a:buClr>
                <a:schemeClr val="lt1"/>
              </a:buClr>
              <a:buSzPts val="1800"/>
              <a:buFont typeface="Arial"/>
              <a:buChar char="•"/>
            </a:pPr>
            <a:r>
              <a:rPr lang="en-US" sz="1800">
                <a:solidFill>
                  <a:schemeClr val="lt1"/>
                </a:solidFill>
                <a:latin typeface="Arial"/>
                <a:ea typeface="Arial"/>
                <a:cs typeface="Arial"/>
                <a:sym typeface="Arial"/>
              </a:rPr>
              <a:t>Centralized reporting and analytics.</a:t>
            </a:r>
            <a:endParaRPr/>
          </a:p>
          <a:p>
            <a:pPr indent="-285750" lvl="0" marL="285750" rtl="0" algn="l">
              <a:spcBef>
                <a:spcPts val="0"/>
              </a:spcBef>
              <a:spcAft>
                <a:spcPts val="0"/>
              </a:spcAft>
              <a:buClr>
                <a:schemeClr val="lt1"/>
              </a:buClr>
              <a:buSzPts val="1800"/>
              <a:buFont typeface="Arial"/>
              <a:buChar char="•"/>
            </a:pPr>
            <a:r>
              <a:rPr lang="en-US" sz="1800">
                <a:solidFill>
                  <a:schemeClr val="lt1"/>
                </a:solidFill>
                <a:latin typeface="Arial"/>
                <a:ea typeface="Arial"/>
                <a:cs typeface="Arial"/>
                <a:sym typeface="Arial"/>
              </a:rPr>
              <a:t>User authentication with multi-role support (Farmer, Investor, Buyer, Admin).</a:t>
            </a:r>
            <a:endParaRPr/>
          </a:p>
        </p:txBody>
      </p:sp>
      <p:sp>
        <p:nvSpPr>
          <p:cNvPr id="138" name="Google Shape;138;p7"/>
          <p:cNvSpPr txBox="1"/>
          <p:nvPr/>
        </p:nvSpPr>
        <p:spPr>
          <a:xfrm>
            <a:off x="683379" y="4817361"/>
            <a:ext cx="4219562" cy="1569660"/>
          </a:xfrm>
          <a:prstGeom prst="rect">
            <a:avLst/>
          </a:prstGeom>
          <a:noFill/>
          <a:ln>
            <a:noFill/>
          </a:ln>
        </p:spPr>
        <p:txBody>
          <a:bodyPr anchorCtr="0" anchor="t" bIns="45700" lIns="91425" spcFirstLastPara="1" rIns="91425" wrap="square" tIns="45700">
            <a:spAutoFit/>
          </a:bodyPr>
          <a:lstStyle/>
          <a:p>
            <a:pPr indent="0" lvl="0" marL="0" rtl="0" algn="l">
              <a:spcBef>
                <a:spcPts val="0"/>
              </a:spcBef>
              <a:spcAft>
                <a:spcPts val="0"/>
              </a:spcAft>
              <a:buNone/>
            </a:pPr>
            <a:r>
              <a:rPr b="1" lang="en-US" sz="2400">
                <a:solidFill>
                  <a:srgbClr val="C2D59B"/>
                </a:solidFill>
              </a:rPr>
              <a:t>Agricultural Marketplace:</a:t>
            </a:r>
            <a:endParaRPr/>
          </a:p>
          <a:p>
            <a:pPr indent="-285750" lvl="0" marL="285750" rtl="0" algn="l">
              <a:spcBef>
                <a:spcPts val="0"/>
              </a:spcBef>
              <a:spcAft>
                <a:spcPts val="0"/>
              </a:spcAft>
              <a:buClr>
                <a:schemeClr val="lt1"/>
              </a:buClr>
              <a:buSzPts val="1800"/>
              <a:buFont typeface="Arial"/>
              <a:buChar char="•"/>
            </a:pPr>
            <a:r>
              <a:rPr lang="en-US" sz="1800">
                <a:solidFill>
                  <a:schemeClr val="lt1"/>
                </a:solidFill>
                <a:latin typeface="Arial"/>
                <a:ea typeface="Arial"/>
                <a:cs typeface="Arial"/>
                <a:sym typeface="Arial"/>
              </a:rPr>
              <a:t>Farmers list and showcase products (photos, quantity, price).</a:t>
            </a:r>
            <a:endParaRPr/>
          </a:p>
          <a:p>
            <a:pPr indent="-285750" lvl="0" marL="285750" rtl="0" algn="l">
              <a:spcBef>
                <a:spcPts val="0"/>
              </a:spcBef>
              <a:spcAft>
                <a:spcPts val="0"/>
              </a:spcAft>
              <a:buClr>
                <a:schemeClr val="lt1"/>
              </a:buClr>
              <a:buSzPts val="1800"/>
              <a:buFont typeface="Arial"/>
              <a:buChar char="•"/>
            </a:pPr>
            <a:r>
              <a:rPr lang="en-US" sz="1800">
                <a:solidFill>
                  <a:schemeClr val="lt1"/>
                </a:solidFill>
                <a:latin typeface="Arial"/>
                <a:ea typeface="Arial"/>
                <a:cs typeface="Arial"/>
                <a:sym typeface="Arial"/>
              </a:rPr>
              <a:t>Buyers can search, filter, and contact farmers directly.</a:t>
            </a:r>
            <a:endParaRPr/>
          </a:p>
        </p:txBody>
      </p:sp>
      <p:cxnSp>
        <p:nvCxnSpPr>
          <p:cNvPr id="139" name="Google Shape;139;p7"/>
          <p:cNvCxnSpPr/>
          <p:nvPr/>
        </p:nvCxnSpPr>
        <p:spPr>
          <a:xfrm>
            <a:off x="5194300" y="1898990"/>
            <a:ext cx="0" cy="2400657"/>
          </a:xfrm>
          <a:prstGeom prst="straightConnector1">
            <a:avLst/>
          </a:prstGeom>
          <a:noFill/>
          <a:ln cap="flat" cmpd="sng" w="9525">
            <a:solidFill>
              <a:srgbClr val="97B853"/>
            </a:solidFill>
            <a:prstDash val="solid"/>
            <a:round/>
            <a:headEnd len="sm" w="sm" type="none"/>
            <a:tailEnd len="sm" w="sm" type="none"/>
          </a:ln>
        </p:spPr>
      </p:cxnSp>
      <p:cxnSp>
        <p:nvCxnSpPr>
          <p:cNvPr id="140" name="Google Shape;140;p7"/>
          <p:cNvCxnSpPr/>
          <p:nvPr/>
        </p:nvCxnSpPr>
        <p:spPr>
          <a:xfrm rot="10800000">
            <a:off x="5342892" y="4467225"/>
            <a:ext cx="4423407" cy="0"/>
          </a:xfrm>
          <a:prstGeom prst="straightConnector1">
            <a:avLst/>
          </a:prstGeom>
          <a:noFill/>
          <a:ln cap="flat" cmpd="sng" w="9525">
            <a:solidFill>
              <a:srgbClr val="97B853"/>
            </a:solidFill>
            <a:prstDash val="solid"/>
            <a:round/>
            <a:headEnd len="sm" w="sm" type="none"/>
            <a:tailEnd len="sm" w="sm" type="none"/>
          </a:ln>
        </p:spPr>
      </p:cxnSp>
      <p:cxnSp>
        <p:nvCxnSpPr>
          <p:cNvPr id="141" name="Google Shape;141;p7"/>
          <p:cNvCxnSpPr/>
          <p:nvPr/>
        </p:nvCxnSpPr>
        <p:spPr>
          <a:xfrm rot="10800000">
            <a:off x="683379" y="4467225"/>
            <a:ext cx="4381062" cy="0"/>
          </a:xfrm>
          <a:prstGeom prst="straightConnector1">
            <a:avLst/>
          </a:prstGeom>
          <a:noFill/>
          <a:ln cap="flat" cmpd="sng" w="9525">
            <a:solidFill>
              <a:srgbClr val="97B853"/>
            </a:solidFill>
            <a:prstDash val="solid"/>
            <a:round/>
            <a:headEnd len="sm" w="sm" type="none"/>
            <a:tailEnd len="sm" w="sm" type="none"/>
          </a:ln>
        </p:spPr>
      </p:cxnSp>
      <p:cxnSp>
        <p:nvCxnSpPr>
          <p:cNvPr id="142" name="Google Shape;142;p7"/>
          <p:cNvCxnSpPr/>
          <p:nvPr/>
        </p:nvCxnSpPr>
        <p:spPr>
          <a:xfrm>
            <a:off x="5194300" y="4654386"/>
            <a:ext cx="0" cy="2400657"/>
          </a:xfrm>
          <a:prstGeom prst="straightConnector1">
            <a:avLst/>
          </a:prstGeom>
          <a:noFill/>
          <a:ln cap="flat" cmpd="sng" w="9525">
            <a:solidFill>
              <a:srgbClr val="97B853"/>
            </a:solidFill>
            <a:prstDash val="solid"/>
            <a:round/>
            <a:headEnd len="sm" w="sm" type="none"/>
            <a:tailEnd len="sm" w="sm" type="none"/>
          </a:ln>
        </p:spPr>
      </p:cxnSp>
      <p:sp>
        <p:nvSpPr>
          <p:cNvPr id="143" name="Google Shape;143;p7"/>
          <p:cNvSpPr/>
          <p:nvPr/>
        </p:nvSpPr>
        <p:spPr>
          <a:xfrm>
            <a:off x="768327" y="428856"/>
            <a:ext cx="547005" cy="594301"/>
          </a:xfrm>
          <a:custGeom>
            <a:rect b="b" l="l" r="r" t="t"/>
            <a:pathLst>
              <a:path extrusionOk="0" h="509269" w="541020">
                <a:moveTo>
                  <a:pt x="230304" y="0"/>
                </a:moveTo>
                <a:lnTo>
                  <a:pt x="184835" y="5672"/>
                </a:lnTo>
                <a:lnTo>
                  <a:pt x="141093" y="19664"/>
                </a:lnTo>
                <a:lnTo>
                  <a:pt x="101951" y="42457"/>
                </a:lnTo>
                <a:lnTo>
                  <a:pt x="69219" y="71953"/>
                </a:lnTo>
                <a:lnTo>
                  <a:pt x="42848" y="106963"/>
                </a:lnTo>
                <a:lnTo>
                  <a:pt x="22788" y="146296"/>
                </a:lnTo>
                <a:lnTo>
                  <a:pt x="8993" y="188764"/>
                </a:lnTo>
                <a:lnTo>
                  <a:pt x="1413" y="233177"/>
                </a:lnTo>
                <a:lnTo>
                  <a:pt x="0" y="278347"/>
                </a:lnTo>
                <a:lnTo>
                  <a:pt x="4704" y="323083"/>
                </a:lnTo>
                <a:lnTo>
                  <a:pt x="15478" y="366196"/>
                </a:lnTo>
                <a:lnTo>
                  <a:pt x="35267" y="409715"/>
                </a:lnTo>
                <a:lnTo>
                  <a:pt x="62933" y="445166"/>
                </a:lnTo>
                <a:lnTo>
                  <a:pt x="97062" y="472696"/>
                </a:lnTo>
                <a:lnTo>
                  <a:pt x="136243" y="492455"/>
                </a:lnTo>
                <a:lnTo>
                  <a:pt x="179065" y="504589"/>
                </a:lnTo>
                <a:lnTo>
                  <a:pt x="224117" y="509249"/>
                </a:lnTo>
                <a:lnTo>
                  <a:pt x="269986" y="506582"/>
                </a:lnTo>
                <a:lnTo>
                  <a:pt x="315225" y="499083"/>
                </a:lnTo>
                <a:lnTo>
                  <a:pt x="360555" y="485105"/>
                </a:lnTo>
                <a:lnTo>
                  <a:pt x="404305" y="464995"/>
                </a:lnTo>
                <a:lnTo>
                  <a:pt x="444803" y="439098"/>
                </a:lnTo>
                <a:lnTo>
                  <a:pt x="480377" y="407763"/>
                </a:lnTo>
                <a:lnTo>
                  <a:pt x="509355" y="371334"/>
                </a:lnTo>
                <a:lnTo>
                  <a:pt x="530066" y="330159"/>
                </a:lnTo>
                <a:lnTo>
                  <a:pt x="540839" y="284584"/>
                </a:lnTo>
                <a:lnTo>
                  <a:pt x="540000" y="234954"/>
                </a:lnTo>
                <a:lnTo>
                  <a:pt x="527328" y="189850"/>
                </a:lnTo>
                <a:lnTo>
                  <a:pt x="506714" y="148246"/>
                </a:lnTo>
                <a:lnTo>
                  <a:pt x="479233" y="110678"/>
                </a:lnTo>
                <a:lnTo>
                  <a:pt x="445960" y="77680"/>
                </a:lnTo>
                <a:lnTo>
                  <a:pt x="407968" y="49790"/>
                </a:lnTo>
                <a:lnTo>
                  <a:pt x="366332" y="27541"/>
                </a:lnTo>
                <a:lnTo>
                  <a:pt x="322127" y="11469"/>
                </a:lnTo>
                <a:lnTo>
                  <a:pt x="276426" y="2110"/>
                </a:lnTo>
                <a:lnTo>
                  <a:pt x="230304" y="0"/>
                </a:lnTo>
                <a:close/>
              </a:path>
            </a:pathLst>
          </a:custGeom>
          <a:solidFill>
            <a:srgbClr val="47D985"/>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144" name="Google Shape;144;p7"/>
          <p:cNvSpPr/>
          <p:nvPr/>
        </p:nvSpPr>
        <p:spPr>
          <a:xfrm>
            <a:off x="923720" y="560907"/>
            <a:ext cx="236220" cy="330200"/>
          </a:xfrm>
          <a:custGeom>
            <a:rect b="b" l="l" r="r" t="t"/>
            <a:pathLst>
              <a:path extrusionOk="0" h="330200" w="236220">
                <a:moveTo>
                  <a:pt x="35369" y="306476"/>
                </a:moveTo>
                <a:lnTo>
                  <a:pt x="23583" y="306476"/>
                </a:lnTo>
                <a:lnTo>
                  <a:pt x="25434" y="315651"/>
                </a:lnTo>
                <a:lnTo>
                  <a:pt x="30483" y="323143"/>
                </a:lnTo>
                <a:lnTo>
                  <a:pt x="37974" y="328195"/>
                </a:lnTo>
                <a:lnTo>
                  <a:pt x="47155" y="330047"/>
                </a:lnTo>
                <a:lnTo>
                  <a:pt x="212178" y="330047"/>
                </a:lnTo>
                <a:lnTo>
                  <a:pt x="221353" y="328195"/>
                </a:lnTo>
                <a:lnTo>
                  <a:pt x="228846" y="323143"/>
                </a:lnTo>
                <a:lnTo>
                  <a:pt x="232137" y="318262"/>
                </a:lnTo>
                <a:lnTo>
                  <a:pt x="40665" y="318262"/>
                </a:lnTo>
                <a:lnTo>
                  <a:pt x="35369" y="312953"/>
                </a:lnTo>
                <a:lnTo>
                  <a:pt x="35369" y="306476"/>
                </a:lnTo>
                <a:close/>
              </a:path>
              <a:path extrusionOk="0" h="330200" w="236220">
                <a:moveTo>
                  <a:pt x="232134" y="38188"/>
                </a:moveTo>
                <a:lnTo>
                  <a:pt x="218655" y="38188"/>
                </a:lnTo>
                <a:lnTo>
                  <a:pt x="223964" y="43497"/>
                </a:lnTo>
                <a:lnTo>
                  <a:pt x="223964" y="312953"/>
                </a:lnTo>
                <a:lnTo>
                  <a:pt x="218655" y="318262"/>
                </a:lnTo>
                <a:lnTo>
                  <a:pt x="232137" y="318262"/>
                </a:lnTo>
                <a:lnTo>
                  <a:pt x="233897" y="315651"/>
                </a:lnTo>
                <a:lnTo>
                  <a:pt x="235750" y="306476"/>
                </a:lnTo>
                <a:lnTo>
                  <a:pt x="235750" y="49987"/>
                </a:lnTo>
                <a:lnTo>
                  <a:pt x="233897" y="40805"/>
                </a:lnTo>
                <a:lnTo>
                  <a:pt x="232134" y="38188"/>
                </a:lnTo>
                <a:close/>
              </a:path>
              <a:path extrusionOk="0" h="330200" w="236220">
                <a:moveTo>
                  <a:pt x="206870" y="0"/>
                </a:moveTo>
                <a:lnTo>
                  <a:pt x="76619" y="0"/>
                </a:lnTo>
                <a:lnTo>
                  <a:pt x="76619" y="53047"/>
                </a:lnTo>
                <a:lnTo>
                  <a:pt x="74768" y="62222"/>
                </a:lnTo>
                <a:lnTo>
                  <a:pt x="69719" y="69715"/>
                </a:lnTo>
                <a:lnTo>
                  <a:pt x="62228" y="74766"/>
                </a:lnTo>
                <a:lnTo>
                  <a:pt x="53047" y="76619"/>
                </a:lnTo>
                <a:lnTo>
                  <a:pt x="0" y="76619"/>
                </a:lnTo>
                <a:lnTo>
                  <a:pt x="0" y="301167"/>
                </a:lnTo>
                <a:lnTo>
                  <a:pt x="5308" y="306476"/>
                </a:lnTo>
                <a:lnTo>
                  <a:pt x="206870" y="306476"/>
                </a:lnTo>
                <a:lnTo>
                  <a:pt x="212178" y="301167"/>
                </a:lnTo>
                <a:lnTo>
                  <a:pt x="212178" y="259321"/>
                </a:lnTo>
                <a:lnTo>
                  <a:pt x="38023" y="259321"/>
                </a:lnTo>
                <a:lnTo>
                  <a:pt x="35369" y="256667"/>
                </a:lnTo>
                <a:lnTo>
                  <a:pt x="35369" y="250190"/>
                </a:lnTo>
                <a:lnTo>
                  <a:pt x="38023" y="247535"/>
                </a:lnTo>
                <a:lnTo>
                  <a:pt x="212178" y="247535"/>
                </a:lnTo>
                <a:lnTo>
                  <a:pt x="212178" y="223964"/>
                </a:lnTo>
                <a:lnTo>
                  <a:pt x="38023" y="223964"/>
                </a:lnTo>
                <a:lnTo>
                  <a:pt x="35369" y="221310"/>
                </a:lnTo>
                <a:lnTo>
                  <a:pt x="35369" y="214833"/>
                </a:lnTo>
                <a:lnTo>
                  <a:pt x="38023" y="212178"/>
                </a:lnTo>
                <a:lnTo>
                  <a:pt x="212178" y="212178"/>
                </a:lnTo>
                <a:lnTo>
                  <a:pt x="212178" y="188595"/>
                </a:lnTo>
                <a:lnTo>
                  <a:pt x="38023" y="188595"/>
                </a:lnTo>
                <a:lnTo>
                  <a:pt x="35369" y="185953"/>
                </a:lnTo>
                <a:lnTo>
                  <a:pt x="35369" y="179463"/>
                </a:lnTo>
                <a:lnTo>
                  <a:pt x="38023" y="176809"/>
                </a:lnTo>
                <a:lnTo>
                  <a:pt x="212178" y="176809"/>
                </a:lnTo>
                <a:lnTo>
                  <a:pt x="212178" y="153238"/>
                </a:lnTo>
                <a:lnTo>
                  <a:pt x="38023" y="153238"/>
                </a:lnTo>
                <a:lnTo>
                  <a:pt x="35369" y="150583"/>
                </a:lnTo>
                <a:lnTo>
                  <a:pt x="35369" y="144106"/>
                </a:lnTo>
                <a:lnTo>
                  <a:pt x="38023" y="141452"/>
                </a:lnTo>
                <a:lnTo>
                  <a:pt x="212178" y="141452"/>
                </a:lnTo>
                <a:lnTo>
                  <a:pt x="212178" y="117881"/>
                </a:lnTo>
                <a:lnTo>
                  <a:pt x="38023" y="117881"/>
                </a:lnTo>
                <a:lnTo>
                  <a:pt x="35369" y="115227"/>
                </a:lnTo>
                <a:lnTo>
                  <a:pt x="35369" y="108737"/>
                </a:lnTo>
                <a:lnTo>
                  <a:pt x="38023" y="106083"/>
                </a:lnTo>
                <a:lnTo>
                  <a:pt x="212178" y="106083"/>
                </a:lnTo>
                <a:lnTo>
                  <a:pt x="212178" y="38188"/>
                </a:lnTo>
                <a:lnTo>
                  <a:pt x="232134" y="38188"/>
                </a:lnTo>
                <a:lnTo>
                  <a:pt x="228846" y="33308"/>
                </a:lnTo>
                <a:lnTo>
                  <a:pt x="221353" y="28255"/>
                </a:lnTo>
                <a:lnTo>
                  <a:pt x="212178" y="26403"/>
                </a:lnTo>
                <a:lnTo>
                  <a:pt x="212178" y="5308"/>
                </a:lnTo>
                <a:lnTo>
                  <a:pt x="206870" y="0"/>
                </a:lnTo>
                <a:close/>
              </a:path>
              <a:path extrusionOk="0" h="330200" w="236220">
                <a:moveTo>
                  <a:pt x="212178" y="247535"/>
                </a:moveTo>
                <a:lnTo>
                  <a:pt x="115227" y="247535"/>
                </a:lnTo>
                <a:lnTo>
                  <a:pt x="117881" y="250190"/>
                </a:lnTo>
                <a:lnTo>
                  <a:pt x="117881" y="256667"/>
                </a:lnTo>
                <a:lnTo>
                  <a:pt x="115227" y="259321"/>
                </a:lnTo>
                <a:lnTo>
                  <a:pt x="212178" y="259321"/>
                </a:lnTo>
                <a:lnTo>
                  <a:pt x="212178" y="247535"/>
                </a:lnTo>
                <a:close/>
              </a:path>
              <a:path extrusionOk="0" h="330200" w="236220">
                <a:moveTo>
                  <a:pt x="212178" y="212178"/>
                </a:moveTo>
                <a:lnTo>
                  <a:pt x="174167" y="212178"/>
                </a:lnTo>
                <a:lnTo>
                  <a:pt x="176809" y="214833"/>
                </a:lnTo>
                <a:lnTo>
                  <a:pt x="176809" y="221310"/>
                </a:lnTo>
                <a:lnTo>
                  <a:pt x="174167" y="223964"/>
                </a:lnTo>
                <a:lnTo>
                  <a:pt x="212178" y="223964"/>
                </a:lnTo>
                <a:lnTo>
                  <a:pt x="212178" y="212178"/>
                </a:lnTo>
                <a:close/>
              </a:path>
              <a:path extrusionOk="0" h="330200" w="236220">
                <a:moveTo>
                  <a:pt x="212178" y="176809"/>
                </a:moveTo>
                <a:lnTo>
                  <a:pt x="174167" y="176809"/>
                </a:lnTo>
                <a:lnTo>
                  <a:pt x="176809" y="179463"/>
                </a:lnTo>
                <a:lnTo>
                  <a:pt x="176809" y="185953"/>
                </a:lnTo>
                <a:lnTo>
                  <a:pt x="174167" y="188595"/>
                </a:lnTo>
                <a:lnTo>
                  <a:pt x="212178" y="188595"/>
                </a:lnTo>
                <a:lnTo>
                  <a:pt x="212178" y="176809"/>
                </a:lnTo>
                <a:close/>
              </a:path>
              <a:path extrusionOk="0" h="330200" w="236220">
                <a:moveTo>
                  <a:pt x="212178" y="141452"/>
                </a:moveTo>
                <a:lnTo>
                  <a:pt x="174167" y="141452"/>
                </a:lnTo>
                <a:lnTo>
                  <a:pt x="176809" y="144106"/>
                </a:lnTo>
                <a:lnTo>
                  <a:pt x="176809" y="150583"/>
                </a:lnTo>
                <a:lnTo>
                  <a:pt x="174167" y="153238"/>
                </a:lnTo>
                <a:lnTo>
                  <a:pt x="212178" y="153238"/>
                </a:lnTo>
                <a:lnTo>
                  <a:pt x="212178" y="141452"/>
                </a:lnTo>
                <a:close/>
              </a:path>
              <a:path extrusionOk="0" h="330200" w="236220">
                <a:moveTo>
                  <a:pt x="212178" y="106083"/>
                </a:moveTo>
                <a:lnTo>
                  <a:pt x="174167" y="106083"/>
                </a:lnTo>
                <a:lnTo>
                  <a:pt x="176809" y="108737"/>
                </a:lnTo>
                <a:lnTo>
                  <a:pt x="176809" y="115227"/>
                </a:lnTo>
                <a:lnTo>
                  <a:pt x="174167" y="117881"/>
                </a:lnTo>
                <a:lnTo>
                  <a:pt x="212178" y="117881"/>
                </a:lnTo>
                <a:lnTo>
                  <a:pt x="212178" y="106083"/>
                </a:lnTo>
                <a:close/>
              </a:path>
              <a:path extrusionOk="0" h="330200" w="236220">
                <a:moveTo>
                  <a:pt x="64833" y="5892"/>
                </a:moveTo>
                <a:lnTo>
                  <a:pt x="5892" y="64833"/>
                </a:lnTo>
                <a:lnTo>
                  <a:pt x="59524" y="64833"/>
                </a:lnTo>
                <a:lnTo>
                  <a:pt x="64833" y="59524"/>
                </a:lnTo>
                <a:lnTo>
                  <a:pt x="64833" y="5892"/>
                </a:lnTo>
                <a:close/>
              </a:path>
            </a:pathLst>
          </a:custGeom>
          <a:solidFill>
            <a:srgbClr val="FFFFFF"/>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148" name="Shape 148"/>
        <p:cNvGrpSpPr/>
        <p:nvPr/>
      </p:nvGrpSpPr>
      <p:grpSpPr>
        <a:xfrm>
          <a:off x="0" y="0"/>
          <a:ext cx="0" cy="0"/>
          <a:chOff x="0" y="0"/>
          <a:chExt cx="0" cy="0"/>
        </a:xfrm>
      </p:grpSpPr>
      <p:sp>
        <p:nvSpPr>
          <p:cNvPr id="149" name="Google Shape;149;p8"/>
          <p:cNvSpPr/>
          <p:nvPr/>
        </p:nvSpPr>
        <p:spPr>
          <a:xfrm>
            <a:off x="249892" y="6629431"/>
            <a:ext cx="4740275" cy="930910"/>
          </a:xfrm>
          <a:custGeom>
            <a:rect b="b" l="l" r="r" t="t"/>
            <a:pathLst>
              <a:path extrusionOk="0" h="930909" w="4740275">
                <a:moveTo>
                  <a:pt x="2377146" y="0"/>
                </a:moveTo>
                <a:lnTo>
                  <a:pt x="2328124" y="156"/>
                </a:lnTo>
                <a:lnTo>
                  <a:pt x="2279149" y="1011"/>
                </a:lnTo>
                <a:lnTo>
                  <a:pt x="2230226" y="2563"/>
                </a:lnTo>
                <a:lnTo>
                  <a:pt x="2181363" y="4809"/>
                </a:lnTo>
                <a:lnTo>
                  <a:pt x="2132567" y="7748"/>
                </a:lnTo>
                <a:lnTo>
                  <a:pt x="2083843" y="11380"/>
                </a:lnTo>
                <a:lnTo>
                  <a:pt x="2035199" y="15701"/>
                </a:lnTo>
                <a:lnTo>
                  <a:pt x="1986640" y="20711"/>
                </a:lnTo>
                <a:lnTo>
                  <a:pt x="1938174" y="26409"/>
                </a:lnTo>
                <a:lnTo>
                  <a:pt x="1889807" y="32792"/>
                </a:lnTo>
                <a:lnTo>
                  <a:pt x="1841546" y="39859"/>
                </a:lnTo>
                <a:lnTo>
                  <a:pt x="1793397" y="47608"/>
                </a:lnTo>
                <a:lnTo>
                  <a:pt x="1745366" y="56039"/>
                </a:lnTo>
                <a:lnTo>
                  <a:pt x="1697461" y="65149"/>
                </a:lnTo>
                <a:lnTo>
                  <a:pt x="1649688" y="74937"/>
                </a:lnTo>
                <a:lnTo>
                  <a:pt x="1602053" y="85402"/>
                </a:lnTo>
                <a:lnTo>
                  <a:pt x="1554563" y="96541"/>
                </a:lnTo>
                <a:lnTo>
                  <a:pt x="1507224" y="108354"/>
                </a:lnTo>
                <a:lnTo>
                  <a:pt x="1460044" y="120838"/>
                </a:lnTo>
                <a:lnTo>
                  <a:pt x="1413028" y="133993"/>
                </a:lnTo>
                <a:lnTo>
                  <a:pt x="1366183" y="147816"/>
                </a:lnTo>
                <a:lnTo>
                  <a:pt x="1319516" y="162307"/>
                </a:lnTo>
                <a:lnTo>
                  <a:pt x="1273034" y="177463"/>
                </a:lnTo>
                <a:lnTo>
                  <a:pt x="1226742" y="193283"/>
                </a:lnTo>
                <a:lnTo>
                  <a:pt x="1180648" y="209766"/>
                </a:lnTo>
                <a:lnTo>
                  <a:pt x="1134757" y="226910"/>
                </a:lnTo>
                <a:lnTo>
                  <a:pt x="1089077" y="244713"/>
                </a:lnTo>
                <a:lnTo>
                  <a:pt x="1043615" y="263175"/>
                </a:lnTo>
                <a:lnTo>
                  <a:pt x="998375" y="282292"/>
                </a:lnTo>
                <a:lnTo>
                  <a:pt x="953366" y="302065"/>
                </a:lnTo>
                <a:lnTo>
                  <a:pt x="908900" y="322351"/>
                </a:lnTo>
                <a:lnTo>
                  <a:pt x="864065" y="343568"/>
                </a:lnTo>
                <a:lnTo>
                  <a:pt x="819786" y="365296"/>
                </a:lnTo>
                <a:lnTo>
                  <a:pt x="775764" y="387672"/>
                </a:lnTo>
                <a:lnTo>
                  <a:pt x="732004" y="410696"/>
                </a:lnTo>
                <a:lnTo>
                  <a:pt x="688514" y="434365"/>
                </a:lnTo>
                <a:lnTo>
                  <a:pt x="645300" y="458678"/>
                </a:lnTo>
                <a:lnTo>
                  <a:pt x="602369" y="483634"/>
                </a:lnTo>
                <a:lnTo>
                  <a:pt x="559727" y="509231"/>
                </a:lnTo>
                <a:lnTo>
                  <a:pt x="517380" y="535467"/>
                </a:lnTo>
                <a:lnTo>
                  <a:pt x="475336" y="562342"/>
                </a:lnTo>
                <a:lnTo>
                  <a:pt x="433601" y="589852"/>
                </a:lnTo>
                <a:lnTo>
                  <a:pt x="392181" y="617998"/>
                </a:lnTo>
                <a:lnTo>
                  <a:pt x="351084" y="646777"/>
                </a:lnTo>
                <a:lnTo>
                  <a:pt x="310315" y="676187"/>
                </a:lnTo>
                <a:lnTo>
                  <a:pt x="269865" y="706240"/>
                </a:lnTo>
                <a:lnTo>
                  <a:pt x="229788" y="736898"/>
                </a:lnTo>
                <a:lnTo>
                  <a:pt x="190044" y="768194"/>
                </a:lnTo>
                <a:lnTo>
                  <a:pt x="152263" y="798561"/>
                </a:lnTo>
                <a:lnTo>
                  <a:pt x="115000" y="829401"/>
                </a:lnTo>
                <a:lnTo>
                  <a:pt x="78255" y="860709"/>
                </a:lnTo>
                <a:lnTo>
                  <a:pt x="42032" y="892476"/>
                </a:lnTo>
                <a:lnTo>
                  <a:pt x="6330" y="924695"/>
                </a:lnTo>
                <a:lnTo>
                  <a:pt x="0" y="930574"/>
                </a:lnTo>
                <a:lnTo>
                  <a:pt x="604291" y="930574"/>
                </a:lnTo>
                <a:lnTo>
                  <a:pt x="633499" y="911323"/>
                </a:lnTo>
                <a:lnTo>
                  <a:pt x="676655" y="883733"/>
                </a:lnTo>
                <a:lnTo>
                  <a:pt x="720284" y="856687"/>
                </a:lnTo>
                <a:lnTo>
                  <a:pt x="764383" y="830190"/>
                </a:lnTo>
                <a:lnTo>
                  <a:pt x="808947" y="804248"/>
                </a:lnTo>
                <a:lnTo>
                  <a:pt x="853970" y="778866"/>
                </a:lnTo>
                <a:lnTo>
                  <a:pt x="899448" y="754049"/>
                </a:lnTo>
                <a:lnTo>
                  <a:pt x="945377" y="729802"/>
                </a:lnTo>
                <a:lnTo>
                  <a:pt x="991533" y="706240"/>
                </a:lnTo>
                <a:lnTo>
                  <a:pt x="1037895" y="683371"/>
                </a:lnTo>
                <a:lnTo>
                  <a:pt x="1084455" y="661194"/>
                </a:lnTo>
                <a:lnTo>
                  <a:pt x="1131206" y="639712"/>
                </a:lnTo>
                <a:lnTo>
                  <a:pt x="1178142" y="618925"/>
                </a:lnTo>
                <a:lnTo>
                  <a:pt x="1225255" y="598834"/>
                </a:lnTo>
                <a:lnTo>
                  <a:pt x="1272538" y="579439"/>
                </a:lnTo>
                <a:lnTo>
                  <a:pt x="1319985" y="560742"/>
                </a:lnTo>
                <a:lnTo>
                  <a:pt x="1367589" y="542744"/>
                </a:lnTo>
                <a:lnTo>
                  <a:pt x="1415341" y="525445"/>
                </a:lnTo>
                <a:lnTo>
                  <a:pt x="1463236" y="508846"/>
                </a:lnTo>
                <a:lnTo>
                  <a:pt x="1511266" y="492948"/>
                </a:lnTo>
                <a:lnTo>
                  <a:pt x="1559425" y="477753"/>
                </a:lnTo>
                <a:lnTo>
                  <a:pt x="1607705" y="463260"/>
                </a:lnTo>
                <a:lnTo>
                  <a:pt x="1656099" y="449471"/>
                </a:lnTo>
                <a:lnTo>
                  <a:pt x="1704601" y="436386"/>
                </a:lnTo>
                <a:lnTo>
                  <a:pt x="1753203" y="424007"/>
                </a:lnTo>
                <a:lnTo>
                  <a:pt x="1801898" y="412335"/>
                </a:lnTo>
                <a:lnTo>
                  <a:pt x="1850680" y="401369"/>
                </a:lnTo>
                <a:lnTo>
                  <a:pt x="1899541" y="391112"/>
                </a:lnTo>
                <a:lnTo>
                  <a:pt x="1948474" y="381563"/>
                </a:lnTo>
                <a:lnTo>
                  <a:pt x="1997473" y="372725"/>
                </a:lnTo>
                <a:lnTo>
                  <a:pt x="2046530" y="364597"/>
                </a:lnTo>
                <a:lnTo>
                  <a:pt x="2095638" y="357181"/>
                </a:lnTo>
                <a:lnTo>
                  <a:pt x="2144791" y="350477"/>
                </a:lnTo>
                <a:lnTo>
                  <a:pt x="2193981" y="344487"/>
                </a:lnTo>
                <a:lnTo>
                  <a:pt x="2243201" y="339211"/>
                </a:lnTo>
                <a:lnTo>
                  <a:pt x="2292444" y="334650"/>
                </a:lnTo>
                <a:lnTo>
                  <a:pt x="2341704" y="330805"/>
                </a:lnTo>
                <a:lnTo>
                  <a:pt x="2390973" y="327677"/>
                </a:lnTo>
                <a:lnTo>
                  <a:pt x="2440244" y="325267"/>
                </a:lnTo>
                <a:lnTo>
                  <a:pt x="2489511" y="323575"/>
                </a:lnTo>
                <a:lnTo>
                  <a:pt x="2538765" y="322603"/>
                </a:lnTo>
                <a:lnTo>
                  <a:pt x="3826940" y="322351"/>
                </a:lnTo>
                <a:lnTo>
                  <a:pt x="3816697" y="317600"/>
                </a:lnTo>
                <a:lnTo>
                  <a:pt x="3771953" y="297596"/>
                </a:lnTo>
                <a:lnTo>
                  <a:pt x="3726882" y="278194"/>
                </a:lnTo>
                <a:lnTo>
                  <a:pt x="3681491" y="259396"/>
                </a:lnTo>
                <a:lnTo>
                  <a:pt x="3635783" y="241207"/>
                </a:lnTo>
                <a:lnTo>
                  <a:pt x="3589765" y="223631"/>
                </a:lnTo>
                <a:lnTo>
                  <a:pt x="3543441" y="206672"/>
                </a:lnTo>
                <a:lnTo>
                  <a:pt x="3496817" y="190334"/>
                </a:lnTo>
                <a:lnTo>
                  <a:pt x="3449896" y="174620"/>
                </a:lnTo>
                <a:lnTo>
                  <a:pt x="3402686" y="159535"/>
                </a:lnTo>
                <a:lnTo>
                  <a:pt x="3355190" y="145082"/>
                </a:lnTo>
                <a:lnTo>
                  <a:pt x="3307414" y="131266"/>
                </a:lnTo>
                <a:lnTo>
                  <a:pt x="3259363" y="118090"/>
                </a:lnTo>
                <a:lnTo>
                  <a:pt x="3211042" y="105559"/>
                </a:lnTo>
                <a:lnTo>
                  <a:pt x="3162456" y="93676"/>
                </a:lnTo>
                <a:lnTo>
                  <a:pt x="3113610" y="82445"/>
                </a:lnTo>
                <a:lnTo>
                  <a:pt x="3064676" y="71948"/>
                </a:lnTo>
                <a:lnTo>
                  <a:pt x="3015690" y="62172"/>
                </a:lnTo>
                <a:lnTo>
                  <a:pt x="2966659" y="53116"/>
                </a:lnTo>
                <a:lnTo>
                  <a:pt x="2917589" y="44777"/>
                </a:lnTo>
                <a:lnTo>
                  <a:pt x="2868488" y="37155"/>
                </a:lnTo>
                <a:lnTo>
                  <a:pt x="2819360" y="30248"/>
                </a:lnTo>
                <a:lnTo>
                  <a:pt x="2770214" y="24055"/>
                </a:lnTo>
                <a:lnTo>
                  <a:pt x="2721055" y="18573"/>
                </a:lnTo>
                <a:lnTo>
                  <a:pt x="2671891" y="13801"/>
                </a:lnTo>
                <a:lnTo>
                  <a:pt x="2622727" y="9738"/>
                </a:lnTo>
                <a:lnTo>
                  <a:pt x="2573570" y="6382"/>
                </a:lnTo>
                <a:lnTo>
                  <a:pt x="2524427" y="3732"/>
                </a:lnTo>
                <a:lnTo>
                  <a:pt x="2475304" y="1786"/>
                </a:lnTo>
                <a:lnTo>
                  <a:pt x="2426209" y="542"/>
                </a:lnTo>
                <a:lnTo>
                  <a:pt x="2377146" y="0"/>
                </a:lnTo>
                <a:close/>
              </a:path>
              <a:path extrusionOk="0" h="930909" w="4740275">
                <a:moveTo>
                  <a:pt x="3826940" y="322351"/>
                </a:moveTo>
                <a:lnTo>
                  <a:pt x="2588001" y="322351"/>
                </a:lnTo>
                <a:lnTo>
                  <a:pt x="2637212" y="322820"/>
                </a:lnTo>
                <a:lnTo>
                  <a:pt x="2686389" y="324012"/>
                </a:lnTo>
                <a:lnTo>
                  <a:pt x="2735527" y="325926"/>
                </a:lnTo>
                <a:lnTo>
                  <a:pt x="2784618" y="328564"/>
                </a:lnTo>
                <a:lnTo>
                  <a:pt x="2833656" y="331927"/>
                </a:lnTo>
                <a:lnTo>
                  <a:pt x="2882632" y="336016"/>
                </a:lnTo>
                <a:lnTo>
                  <a:pt x="2931541" y="340831"/>
                </a:lnTo>
                <a:lnTo>
                  <a:pt x="2980375" y="346373"/>
                </a:lnTo>
                <a:lnTo>
                  <a:pt x="3029128" y="352644"/>
                </a:lnTo>
                <a:lnTo>
                  <a:pt x="3077791" y="359644"/>
                </a:lnTo>
                <a:lnTo>
                  <a:pt x="3126359" y="367374"/>
                </a:lnTo>
                <a:lnTo>
                  <a:pt x="3174824" y="375834"/>
                </a:lnTo>
                <a:lnTo>
                  <a:pt x="3223179" y="385027"/>
                </a:lnTo>
                <a:lnTo>
                  <a:pt x="3271417" y="394951"/>
                </a:lnTo>
                <a:lnTo>
                  <a:pt x="3319532" y="405610"/>
                </a:lnTo>
                <a:lnTo>
                  <a:pt x="3367516" y="417003"/>
                </a:lnTo>
                <a:lnTo>
                  <a:pt x="3415362" y="429131"/>
                </a:lnTo>
                <a:lnTo>
                  <a:pt x="3463063" y="441995"/>
                </a:lnTo>
                <a:lnTo>
                  <a:pt x="3511235" y="455752"/>
                </a:lnTo>
                <a:lnTo>
                  <a:pt x="3559065" y="470223"/>
                </a:lnTo>
                <a:lnTo>
                  <a:pt x="3606550" y="485403"/>
                </a:lnTo>
                <a:lnTo>
                  <a:pt x="3653683" y="501288"/>
                </a:lnTo>
                <a:lnTo>
                  <a:pt x="3700459" y="517874"/>
                </a:lnTo>
                <a:lnTo>
                  <a:pt x="3746873" y="535156"/>
                </a:lnTo>
                <a:lnTo>
                  <a:pt x="3792920" y="553131"/>
                </a:lnTo>
                <a:lnTo>
                  <a:pt x="3838593" y="571792"/>
                </a:lnTo>
                <a:lnTo>
                  <a:pt x="3883888" y="591137"/>
                </a:lnTo>
                <a:lnTo>
                  <a:pt x="3928798" y="611161"/>
                </a:lnTo>
                <a:lnTo>
                  <a:pt x="3973320" y="631860"/>
                </a:lnTo>
                <a:lnTo>
                  <a:pt x="4017447" y="653228"/>
                </a:lnTo>
                <a:lnTo>
                  <a:pt x="4061174" y="675263"/>
                </a:lnTo>
                <a:lnTo>
                  <a:pt x="4104496" y="697958"/>
                </a:lnTo>
                <a:lnTo>
                  <a:pt x="4147406" y="721311"/>
                </a:lnTo>
                <a:lnTo>
                  <a:pt x="4189901" y="745317"/>
                </a:lnTo>
                <a:lnTo>
                  <a:pt x="4231974" y="769971"/>
                </a:lnTo>
                <a:lnTo>
                  <a:pt x="4273620" y="795269"/>
                </a:lnTo>
                <a:lnTo>
                  <a:pt x="4314834" y="821206"/>
                </a:lnTo>
                <a:lnTo>
                  <a:pt x="4355610" y="847779"/>
                </a:lnTo>
                <a:lnTo>
                  <a:pt x="4395942" y="874982"/>
                </a:lnTo>
                <a:lnTo>
                  <a:pt x="4435827" y="902813"/>
                </a:lnTo>
                <a:lnTo>
                  <a:pt x="4474299" y="930574"/>
                </a:lnTo>
                <a:lnTo>
                  <a:pt x="4739806" y="930574"/>
                </a:lnTo>
                <a:lnTo>
                  <a:pt x="4708214" y="901713"/>
                </a:lnTo>
                <a:lnTo>
                  <a:pt x="4671937" y="869489"/>
                </a:lnTo>
                <a:lnTo>
                  <a:pt x="4635222" y="837779"/>
                </a:lnTo>
                <a:lnTo>
                  <a:pt x="4598074" y="806587"/>
                </a:lnTo>
                <a:lnTo>
                  <a:pt x="4560497" y="775917"/>
                </a:lnTo>
                <a:lnTo>
                  <a:pt x="4522497" y="745772"/>
                </a:lnTo>
                <a:lnTo>
                  <a:pt x="4484079" y="716158"/>
                </a:lnTo>
                <a:lnTo>
                  <a:pt x="4445248" y="687077"/>
                </a:lnTo>
                <a:lnTo>
                  <a:pt x="4406009" y="658533"/>
                </a:lnTo>
                <a:lnTo>
                  <a:pt x="4366367" y="630532"/>
                </a:lnTo>
                <a:lnTo>
                  <a:pt x="4326328" y="603076"/>
                </a:lnTo>
                <a:lnTo>
                  <a:pt x="4285896" y="576169"/>
                </a:lnTo>
                <a:lnTo>
                  <a:pt x="4245077" y="549817"/>
                </a:lnTo>
                <a:lnTo>
                  <a:pt x="4203875" y="524021"/>
                </a:lnTo>
                <a:lnTo>
                  <a:pt x="4162296" y="498787"/>
                </a:lnTo>
                <a:lnTo>
                  <a:pt x="4120345" y="474118"/>
                </a:lnTo>
                <a:lnTo>
                  <a:pt x="4078027" y="450019"/>
                </a:lnTo>
                <a:lnTo>
                  <a:pt x="4035347" y="426493"/>
                </a:lnTo>
                <a:lnTo>
                  <a:pt x="3992310" y="403544"/>
                </a:lnTo>
                <a:lnTo>
                  <a:pt x="3948922" y="381176"/>
                </a:lnTo>
                <a:lnTo>
                  <a:pt x="3905187" y="359394"/>
                </a:lnTo>
                <a:lnTo>
                  <a:pt x="3861110" y="338200"/>
                </a:lnTo>
                <a:lnTo>
                  <a:pt x="3826940" y="322351"/>
                </a:lnTo>
                <a:close/>
              </a:path>
            </a:pathLst>
          </a:custGeom>
          <a:solidFill>
            <a:srgbClr val="47D985"/>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150" name="Google Shape;150;p8"/>
          <p:cNvSpPr txBox="1"/>
          <p:nvPr>
            <p:ph type="title"/>
          </p:nvPr>
        </p:nvSpPr>
        <p:spPr>
          <a:xfrm>
            <a:off x="499488" y="858913"/>
            <a:ext cx="6677168" cy="638636"/>
          </a:xfrm>
          <a:prstGeom prst="rect">
            <a:avLst/>
          </a:prstGeom>
          <a:noFill/>
          <a:ln>
            <a:noFill/>
          </a:ln>
        </p:spPr>
        <p:txBody>
          <a:bodyPr anchorCtr="0" anchor="t" bIns="0" lIns="0" spcFirstLastPara="1" rIns="0" wrap="square" tIns="83800">
            <a:spAutoFit/>
          </a:bodyPr>
          <a:lstStyle/>
          <a:p>
            <a:pPr indent="0" lvl="0" marL="0" rtl="0" algn="l">
              <a:spcBef>
                <a:spcPts val="0"/>
              </a:spcBef>
              <a:spcAft>
                <a:spcPts val="0"/>
              </a:spcAft>
              <a:buNone/>
            </a:pPr>
            <a:r>
              <a:rPr lang="en-US"/>
              <a:t>System Scope(Out-of-Scope)</a:t>
            </a:r>
            <a:endParaRPr/>
          </a:p>
        </p:txBody>
      </p:sp>
      <p:pic>
        <p:nvPicPr>
          <p:cNvPr id="151" name="Google Shape;151;p8"/>
          <p:cNvPicPr preferRelativeResize="0"/>
          <p:nvPr/>
        </p:nvPicPr>
        <p:blipFill rotWithShape="1">
          <a:blip r:embed="rId3">
            <a:alphaModFix/>
          </a:blip>
          <a:srcRect b="0" l="0" r="0" t="0"/>
          <a:stretch/>
        </p:blipFill>
        <p:spPr>
          <a:xfrm>
            <a:off x="4573587" y="0"/>
            <a:ext cx="6118416" cy="858913"/>
          </a:xfrm>
          <a:prstGeom prst="rect">
            <a:avLst/>
          </a:prstGeom>
          <a:noFill/>
          <a:ln>
            <a:noFill/>
          </a:ln>
        </p:spPr>
      </p:pic>
      <p:pic>
        <p:nvPicPr>
          <p:cNvPr id="152" name="Google Shape;152;p8"/>
          <p:cNvPicPr preferRelativeResize="0"/>
          <p:nvPr/>
        </p:nvPicPr>
        <p:blipFill rotWithShape="1">
          <a:blip r:embed="rId4">
            <a:alphaModFix/>
          </a:blip>
          <a:srcRect b="20512" l="3695" r="49986" t="41007"/>
          <a:stretch/>
        </p:blipFill>
        <p:spPr>
          <a:xfrm>
            <a:off x="249892" y="2341742"/>
            <a:ext cx="6302627" cy="3490687"/>
          </a:xfrm>
          <a:prstGeom prst="rect">
            <a:avLst/>
          </a:prstGeom>
          <a:noFill/>
          <a:ln>
            <a:noFill/>
          </a:ln>
        </p:spPr>
      </p:pic>
      <p:pic>
        <p:nvPicPr>
          <p:cNvPr id="153" name="Google Shape;153;p8"/>
          <p:cNvPicPr preferRelativeResize="0"/>
          <p:nvPr/>
        </p:nvPicPr>
        <p:blipFill rotWithShape="1">
          <a:blip r:embed="rId4">
            <a:alphaModFix/>
          </a:blip>
          <a:srcRect b="19002" l="65041" r="3682" t="41449"/>
          <a:stretch/>
        </p:blipFill>
        <p:spPr>
          <a:xfrm>
            <a:off x="6552519" y="2341741"/>
            <a:ext cx="4140881" cy="3490687"/>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158" name="Shape 158"/>
        <p:cNvGrpSpPr/>
        <p:nvPr/>
      </p:nvGrpSpPr>
      <p:grpSpPr>
        <a:xfrm>
          <a:off x="0" y="0"/>
          <a:ext cx="0" cy="0"/>
          <a:chOff x="0" y="0"/>
          <a:chExt cx="0" cy="0"/>
        </a:xfrm>
      </p:grpSpPr>
      <p:sp>
        <p:nvSpPr>
          <p:cNvPr id="159" name="Google Shape;159;p9"/>
          <p:cNvSpPr/>
          <p:nvPr/>
        </p:nvSpPr>
        <p:spPr>
          <a:xfrm>
            <a:off x="2" y="16"/>
            <a:ext cx="10685780" cy="7560309"/>
          </a:xfrm>
          <a:custGeom>
            <a:rect b="b" l="l" r="r" t="t"/>
            <a:pathLst>
              <a:path extrusionOk="0" h="7560309" w="10685780">
                <a:moveTo>
                  <a:pt x="0" y="0"/>
                </a:moveTo>
                <a:lnTo>
                  <a:pt x="0" y="7559986"/>
                </a:lnTo>
                <a:lnTo>
                  <a:pt x="10685702" y="7559986"/>
                </a:lnTo>
                <a:lnTo>
                  <a:pt x="10685702" y="0"/>
                </a:lnTo>
                <a:lnTo>
                  <a:pt x="0" y="0"/>
                </a:lnTo>
                <a:close/>
              </a:path>
            </a:pathLst>
          </a:custGeom>
          <a:solidFill>
            <a:srgbClr val="00625F"/>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grpSp>
        <p:nvGrpSpPr>
          <p:cNvPr id="160" name="Google Shape;160;p9"/>
          <p:cNvGrpSpPr/>
          <p:nvPr/>
        </p:nvGrpSpPr>
        <p:grpSpPr>
          <a:xfrm>
            <a:off x="0" y="0"/>
            <a:ext cx="10685703" cy="7560004"/>
            <a:chOff x="0" y="0"/>
            <a:chExt cx="10685703" cy="7560004"/>
          </a:xfrm>
        </p:grpSpPr>
        <p:pic>
          <p:nvPicPr>
            <p:cNvPr id="161" name="Google Shape;161;p9"/>
            <p:cNvPicPr preferRelativeResize="0"/>
            <p:nvPr/>
          </p:nvPicPr>
          <p:blipFill rotWithShape="1">
            <a:blip r:embed="rId3">
              <a:alphaModFix/>
            </a:blip>
            <a:srcRect b="0" l="0" r="0" t="0"/>
            <a:stretch/>
          </p:blipFill>
          <p:spPr>
            <a:xfrm>
              <a:off x="1230464" y="0"/>
              <a:ext cx="9455238" cy="3052991"/>
            </a:xfrm>
            <a:prstGeom prst="rect">
              <a:avLst/>
            </a:prstGeom>
            <a:noFill/>
            <a:ln>
              <a:noFill/>
            </a:ln>
          </p:spPr>
        </p:pic>
        <p:pic>
          <p:nvPicPr>
            <p:cNvPr id="162" name="Google Shape;162;p9"/>
            <p:cNvPicPr preferRelativeResize="0"/>
            <p:nvPr/>
          </p:nvPicPr>
          <p:blipFill rotWithShape="1">
            <a:blip r:embed="rId4">
              <a:alphaModFix/>
            </a:blip>
            <a:srcRect b="0" l="0" r="0" t="0"/>
            <a:stretch/>
          </p:blipFill>
          <p:spPr>
            <a:xfrm>
              <a:off x="0" y="12"/>
              <a:ext cx="1237449" cy="7559992"/>
            </a:xfrm>
            <a:prstGeom prst="rect">
              <a:avLst/>
            </a:prstGeom>
            <a:noFill/>
            <a:ln>
              <a:noFill/>
            </a:ln>
          </p:spPr>
        </p:pic>
        <p:pic>
          <p:nvPicPr>
            <p:cNvPr id="163" name="Google Shape;163;p9"/>
            <p:cNvPicPr preferRelativeResize="0"/>
            <p:nvPr/>
          </p:nvPicPr>
          <p:blipFill rotWithShape="1">
            <a:blip r:embed="rId5">
              <a:alphaModFix/>
            </a:blip>
            <a:srcRect b="0" l="0" r="0" t="0"/>
            <a:stretch/>
          </p:blipFill>
          <p:spPr>
            <a:xfrm>
              <a:off x="1230464" y="3045752"/>
              <a:ext cx="9455238" cy="3222599"/>
            </a:xfrm>
            <a:prstGeom prst="rect">
              <a:avLst/>
            </a:prstGeom>
            <a:noFill/>
            <a:ln>
              <a:noFill/>
            </a:ln>
          </p:spPr>
        </p:pic>
        <p:pic>
          <p:nvPicPr>
            <p:cNvPr id="164" name="Google Shape;164;p9"/>
            <p:cNvPicPr preferRelativeResize="0"/>
            <p:nvPr/>
          </p:nvPicPr>
          <p:blipFill rotWithShape="1">
            <a:blip r:embed="rId6">
              <a:alphaModFix/>
            </a:blip>
            <a:srcRect b="0" l="0" r="0" t="0"/>
            <a:stretch/>
          </p:blipFill>
          <p:spPr>
            <a:xfrm>
              <a:off x="1231074" y="6261087"/>
              <a:ext cx="9454629" cy="1298917"/>
            </a:xfrm>
            <a:prstGeom prst="rect">
              <a:avLst/>
            </a:prstGeom>
            <a:noFill/>
            <a:ln>
              <a:noFill/>
            </a:ln>
          </p:spPr>
        </p:pic>
      </p:grpSp>
      <p:sp>
        <p:nvSpPr>
          <p:cNvPr id="165" name="Google Shape;165;p9"/>
          <p:cNvSpPr txBox="1"/>
          <p:nvPr/>
        </p:nvSpPr>
        <p:spPr>
          <a:xfrm>
            <a:off x="1496644" y="377743"/>
            <a:ext cx="4154856" cy="628377"/>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b="1" lang="en-US" sz="4000">
                <a:solidFill>
                  <a:srgbClr val="FFFFFF"/>
                </a:solidFill>
                <a:latin typeface="Tahoma"/>
                <a:ea typeface="Tahoma"/>
                <a:cs typeface="Tahoma"/>
                <a:sym typeface="Tahoma"/>
              </a:rPr>
              <a:t>Target Audiance</a:t>
            </a:r>
            <a:endParaRPr sz="4000">
              <a:latin typeface="Tahoma"/>
              <a:ea typeface="Tahoma"/>
              <a:cs typeface="Tahoma"/>
              <a:sym typeface="Tahoma"/>
            </a:endParaRPr>
          </a:p>
        </p:txBody>
      </p:sp>
      <p:sp>
        <p:nvSpPr>
          <p:cNvPr id="166" name="Google Shape;166;p9"/>
          <p:cNvSpPr txBox="1"/>
          <p:nvPr>
            <p:ph idx="12" type="sldNum"/>
          </p:nvPr>
        </p:nvSpPr>
        <p:spPr>
          <a:xfrm>
            <a:off x="501900" y="7055043"/>
            <a:ext cx="2872104" cy="167640"/>
          </a:xfrm>
          <a:prstGeom prst="rect">
            <a:avLst/>
          </a:prstGeom>
          <a:noFill/>
          <a:ln>
            <a:noFill/>
          </a:ln>
        </p:spPr>
        <p:txBody>
          <a:bodyPr anchorCtr="0" anchor="t" bIns="0" lIns="0" spcFirstLastPara="1" rIns="0" wrap="square" tIns="5700">
            <a:spAutoFit/>
          </a:bodyPr>
          <a:lstStyle/>
          <a:p>
            <a:pPr indent="0" lvl="0" marL="38100" rtl="0" algn="l">
              <a:lnSpc>
                <a:spcPct val="100000"/>
              </a:lnSpc>
              <a:spcBef>
                <a:spcPts val="0"/>
              </a:spcBef>
              <a:spcAft>
                <a:spcPts val="0"/>
              </a:spcAft>
              <a:buNone/>
            </a:pPr>
            <a:fld id="{00000000-1234-1234-1234-123412341234}" type="slidenum">
              <a:rPr lang="en-US"/>
              <a:t>‹#›</a:t>
            </a:fld>
            <a:r>
              <a:rPr lang="en-US"/>
              <a:t>  Farm Management Information Systems (FMIS)</a:t>
            </a:r>
            <a:endParaRPr/>
          </a:p>
        </p:txBody>
      </p:sp>
      <p:sp>
        <p:nvSpPr>
          <p:cNvPr id="167" name="Google Shape;167;p9"/>
          <p:cNvSpPr txBox="1"/>
          <p:nvPr/>
        </p:nvSpPr>
        <p:spPr>
          <a:xfrm>
            <a:off x="1541515" y="1834591"/>
            <a:ext cx="3753947" cy="4137030"/>
          </a:xfrm>
          <a:prstGeom prst="rect">
            <a:avLst/>
          </a:prstGeom>
          <a:noFill/>
          <a:ln>
            <a:noFill/>
          </a:ln>
        </p:spPr>
        <p:txBody>
          <a:bodyPr anchorCtr="0" anchor="t" bIns="0" lIns="0" spcFirstLastPara="1" rIns="0" wrap="square" tIns="12700">
            <a:spAutoFit/>
          </a:bodyPr>
          <a:lstStyle/>
          <a:p>
            <a:pPr indent="0" lvl="0" marL="0" rtl="0" algn="l">
              <a:spcBef>
                <a:spcPts val="0"/>
              </a:spcBef>
              <a:spcAft>
                <a:spcPts val="0"/>
              </a:spcAft>
              <a:buNone/>
            </a:pPr>
            <a:r>
              <a:rPr b="1" lang="en-US" sz="3200">
                <a:solidFill>
                  <a:srgbClr val="C2D59B"/>
                </a:solidFill>
                <a:latin typeface="Arial"/>
                <a:ea typeface="Arial"/>
                <a:cs typeface="Arial"/>
                <a:sym typeface="Arial"/>
              </a:rPr>
              <a:t>Primary Users:</a:t>
            </a:r>
            <a:endParaRPr b="1" sz="2800">
              <a:solidFill>
                <a:schemeClr val="lt1"/>
              </a:solidFill>
              <a:latin typeface="Arial"/>
              <a:ea typeface="Arial"/>
              <a:cs typeface="Arial"/>
              <a:sym typeface="Arial"/>
            </a:endParaRPr>
          </a:p>
          <a:p>
            <a:pPr indent="-342900" lvl="0" marL="342900" rtl="0" algn="l">
              <a:spcBef>
                <a:spcPts val="0"/>
              </a:spcBef>
              <a:spcAft>
                <a:spcPts val="0"/>
              </a:spcAft>
              <a:buClr>
                <a:schemeClr val="lt1"/>
              </a:buClr>
              <a:buSzPts val="2400"/>
              <a:buFont typeface="Arial"/>
              <a:buChar char="•"/>
            </a:pPr>
            <a:r>
              <a:rPr b="1" lang="en-US" sz="2400">
                <a:solidFill>
                  <a:schemeClr val="lt1"/>
                </a:solidFill>
                <a:latin typeface="Arial"/>
                <a:ea typeface="Arial"/>
                <a:cs typeface="Arial"/>
                <a:sym typeface="Arial"/>
              </a:rPr>
              <a:t>Farmers</a:t>
            </a:r>
            <a:endParaRPr/>
          </a:p>
          <a:p>
            <a:pPr indent="-342900" lvl="0" marL="342900" rtl="0" algn="l">
              <a:spcBef>
                <a:spcPts val="0"/>
              </a:spcBef>
              <a:spcAft>
                <a:spcPts val="0"/>
              </a:spcAft>
              <a:buClr>
                <a:schemeClr val="lt1"/>
              </a:buClr>
              <a:buSzPts val="2400"/>
              <a:buFont typeface="Arial"/>
              <a:buChar char="•"/>
            </a:pPr>
            <a:r>
              <a:rPr b="1" lang="en-US" sz="2400">
                <a:solidFill>
                  <a:schemeClr val="lt1"/>
                </a:solidFill>
                <a:latin typeface="Arial"/>
                <a:ea typeface="Arial"/>
                <a:cs typeface="Arial"/>
                <a:sym typeface="Arial"/>
              </a:rPr>
              <a:t>Investors</a:t>
            </a:r>
            <a:endParaRPr/>
          </a:p>
          <a:p>
            <a:pPr indent="-342900" lvl="0" marL="342900" rtl="0" algn="l">
              <a:spcBef>
                <a:spcPts val="0"/>
              </a:spcBef>
              <a:spcAft>
                <a:spcPts val="0"/>
              </a:spcAft>
              <a:buClr>
                <a:schemeClr val="lt1"/>
              </a:buClr>
              <a:buSzPts val="2400"/>
              <a:buFont typeface="Arial"/>
              <a:buChar char="•"/>
            </a:pPr>
            <a:r>
              <a:rPr b="1" lang="en-US" sz="2400">
                <a:solidFill>
                  <a:schemeClr val="lt1"/>
                </a:solidFill>
                <a:latin typeface="Arial"/>
                <a:ea typeface="Arial"/>
                <a:cs typeface="Arial"/>
                <a:sym typeface="Arial"/>
              </a:rPr>
              <a:t>Buyers</a:t>
            </a:r>
            <a:endParaRPr/>
          </a:p>
          <a:p>
            <a:pPr indent="-215900" lvl="0" marL="342900" rtl="0" algn="l">
              <a:spcBef>
                <a:spcPts val="0"/>
              </a:spcBef>
              <a:spcAft>
                <a:spcPts val="0"/>
              </a:spcAft>
              <a:buSzPts val="2000"/>
              <a:buFont typeface="Arial"/>
              <a:buNone/>
            </a:pPr>
            <a:r>
              <a:t/>
            </a:r>
            <a:endParaRPr b="1" sz="2000">
              <a:solidFill>
                <a:schemeClr val="lt1"/>
              </a:solidFill>
              <a:latin typeface="Arial"/>
              <a:ea typeface="Arial"/>
              <a:cs typeface="Arial"/>
              <a:sym typeface="Arial"/>
            </a:endParaRPr>
          </a:p>
          <a:p>
            <a:pPr indent="-215900" lvl="0" marL="342900" rtl="0" algn="l">
              <a:spcBef>
                <a:spcPts val="0"/>
              </a:spcBef>
              <a:spcAft>
                <a:spcPts val="0"/>
              </a:spcAft>
              <a:buSzPts val="2000"/>
              <a:buFont typeface="Arial"/>
              <a:buNone/>
            </a:pPr>
            <a:r>
              <a:t/>
            </a:r>
            <a:endParaRPr b="1" sz="2000">
              <a:solidFill>
                <a:schemeClr val="lt1"/>
              </a:solidFill>
              <a:latin typeface="Arial"/>
              <a:ea typeface="Arial"/>
              <a:cs typeface="Arial"/>
              <a:sym typeface="Arial"/>
            </a:endParaRPr>
          </a:p>
          <a:p>
            <a:pPr indent="-215900" lvl="0" marL="342900" rtl="0" algn="l">
              <a:spcBef>
                <a:spcPts val="0"/>
              </a:spcBef>
              <a:spcAft>
                <a:spcPts val="0"/>
              </a:spcAft>
              <a:buSzPts val="2000"/>
              <a:buFont typeface="Arial"/>
              <a:buNone/>
            </a:pPr>
            <a:r>
              <a:t/>
            </a:r>
            <a:endParaRPr b="1" sz="2000">
              <a:solidFill>
                <a:schemeClr val="lt1"/>
              </a:solidFill>
              <a:latin typeface="Arial"/>
              <a:ea typeface="Arial"/>
              <a:cs typeface="Arial"/>
              <a:sym typeface="Arial"/>
            </a:endParaRPr>
          </a:p>
          <a:p>
            <a:pPr indent="0" lvl="0" marL="0" rtl="0" algn="l">
              <a:spcBef>
                <a:spcPts val="0"/>
              </a:spcBef>
              <a:spcAft>
                <a:spcPts val="0"/>
              </a:spcAft>
              <a:buNone/>
            </a:pPr>
            <a:r>
              <a:rPr b="1" lang="en-US" sz="3200">
                <a:solidFill>
                  <a:srgbClr val="C2D59B"/>
                </a:solidFill>
                <a:latin typeface="Arial"/>
                <a:ea typeface="Arial"/>
                <a:cs typeface="Arial"/>
                <a:sym typeface="Arial"/>
              </a:rPr>
              <a:t>Secondary Users:</a:t>
            </a:r>
            <a:endParaRPr/>
          </a:p>
          <a:p>
            <a:pPr indent="-342900" lvl="0" marL="342900" rtl="0" algn="l">
              <a:spcBef>
                <a:spcPts val="0"/>
              </a:spcBef>
              <a:spcAft>
                <a:spcPts val="0"/>
              </a:spcAft>
              <a:buClr>
                <a:schemeClr val="lt1"/>
              </a:buClr>
              <a:buSzPts val="2400"/>
              <a:buFont typeface="Arial"/>
              <a:buChar char="•"/>
            </a:pPr>
            <a:r>
              <a:rPr b="1" lang="en-US" sz="2400">
                <a:solidFill>
                  <a:schemeClr val="lt1"/>
                </a:solidFill>
                <a:latin typeface="Arial"/>
                <a:ea typeface="Arial"/>
                <a:cs typeface="Arial"/>
                <a:sym typeface="Arial"/>
              </a:rPr>
              <a:t>Government agencies.</a:t>
            </a:r>
            <a:endParaRPr/>
          </a:p>
          <a:p>
            <a:pPr indent="-342900" lvl="0" marL="342900" rtl="0" algn="l">
              <a:spcBef>
                <a:spcPts val="0"/>
              </a:spcBef>
              <a:spcAft>
                <a:spcPts val="0"/>
              </a:spcAft>
              <a:buClr>
                <a:schemeClr val="lt1"/>
              </a:buClr>
              <a:buSzPts val="2400"/>
              <a:buFont typeface="Arial"/>
              <a:buChar char="•"/>
            </a:pPr>
            <a:r>
              <a:rPr b="1" lang="en-US" sz="2400">
                <a:solidFill>
                  <a:schemeClr val="lt1"/>
                </a:solidFill>
                <a:latin typeface="Arial"/>
                <a:ea typeface="Arial"/>
                <a:cs typeface="Arial"/>
                <a:sym typeface="Arial"/>
              </a:rPr>
              <a:t>Institutions</a:t>
            </a:r>
            <a:endParaRPr/>
          </a:p>
          <a:p>
            <a:pPr indent="-342900" lvl="0" marL="342900" rtl="0" algn="l">
              <a:spcBef>
                <a:spcPts val="0"/>
              </a:spcBef>
              <a:spcAft>
                <a:spcPts val="0"/>
              </a:spcAft>
              <a:buClr>
                <a:schemeClr val="lt1"/>
              </a:buClr>
              <a:buSzPts val="2400"/>
              <a:buFont typeface="Arial"/>
              <a:buChar char="•"/>
            </a:pPr>
            <a:r>
              <a:rPr b="1" lang="en-US" sz="2400">
                <a:solidFill>
                  <a:schemeClr val="lt1"/>
                </a:solidFill>
                <a:latin typeface="Arial"/>
                <a:ea typeface="Arial"/>
                <a:cs typeface="Arial"/>
                <a:sym typeface="Arial"/>
              </a:rPr>
              <a:t>Experts &amp; Consultants</a:t>
            </a:r>
            <a:endParaRPr/>
          </a:p>
        </p:txBody>
      </p:sp>
      <p:pic>
        <p:nvPicPr>
          <p:cNvPr id="168" name="Google Shape;168;p9"/>
          <p:cNvPicPr preferRelativeResize="0"/>
          <p:nvPr/>
        </p:nvPicPr>
        <p:blipFill rotWithShape="1">
          <a:blip r:embed="rId7">
            <a:alphaModFix/>
          </a:blip>
          <a:srcRect b="0" l="0" r="0" t="0"/>
          <a:stretch/>
        </p:blipFill>
        <p:spPr>
          <a:xfrm>
            <a:off x="7051046" y="-131130"/>
            <a:ext cx="3764595" cy="2729298"/>
          </a:xfrm>
          <a:prstGeom prst="rect">
            <a:avLst/>
          </a:prstGeom>
          <a:noFill/>
          <a:ln>
            <a:noFill/>
          </a:ln>
        </p:spPr>
      </p:pic>
      <p:pic>
        <p:nvPicPr>
          <p:cNvPr id="169" name="Google Shape;169;p9"/>
          <p:cNvPicPr preferRelativeResize="0"/>
          <p:nvPr/>
        </p:nvPicPr>
        <p:blipFill rotWithShape="1">
          <a:blip r:embed="rId8">
            <a:alphaModFix/>
          </a:blip>
          <a:srcRect b="0" l="0" r="0" t="0"/>
          <a:stretch/>
        </p:blipFill>
        <p:spPr>
          <a:xfrm>
            <a:off x="7035138" y="4865224"/>
            <a:ext cx="3753948" cy="2791726"/>
          </a:xfrm>
          <a:prstGeom prst="rect">
            <a:avLst/>
          </a:prstGeom>
          <a:noFill/>
          <a:ln>
            <a:noFill/>
          </a:ln>
        </p:spPr>
      </p:pic>
      <p:pic>
        <p:nvPicPr>
          <p:cNvPr id="170" name="Google Shape;170;p9"/>
          <p:cNvPicPr preferRelativeResize="0"/>
          <p:nvPr/>
        </p:nvPicPr>
        <p:blipFill rotWithShape="1">
          <a:blip r:embed="rId9">
            <a:alphaModFix/>
          </a:blip>
          <a:srcRect b="8371" l="0" r="0" t="0"/>
          <a:stretch/>
        </p:blipFill>
        <p:spPr>
          <a:xfrm>
            <a:off x="5530896" y="2168439"/>
            <a:ext cx="3396836" cy="3151608"/>
          </a:xfrm>
          <a:prstGeom prst="rect">
            <a:avLst/>
          </a:prstGeom>
          <a:noFill/>
          <a:ln>
            <a:noFill/>
          </a:ln>
        </p:spPr>
      </p:pic>
      <p:grpSp>
        <p:nvGrpSpPr>
          <p:cNvPr id="171" name="Google Shape;171;p9"/>
          <p:cNvGrpSpPr/>
          <p:nvPr/>
        </p:nvGrpSpPr>
        <p:grpSpPr>
          <a:xfrm>
            <a:off x="536540" y="273850"/>
            <a:ext cx="830165" cy="836161"/>
            <a:chOff x="7090687" y="3808501"/>
            <a:chExt cx="681990" cy="640715"/>
          </a:xfrm>
        </p:grpSpPr>
        <p:sp>
          <p:nvSpPr>
            <p:cNvPr id="172" name="Google Shape;172;p9"/>
            <p:cNvSpPr/>
            <p:nvPr/>
          </p:nvSpPr>
          <p:spPr>
            <a:xfrm>
              <a:off x="7090687" y="3808501"/>
              <a:ext cx="681990" cy="640715"/>
            </a:xfrm>
            <a:custGeom>
              <a:rect b="b" l="l" r="r" t="t"/>
              <a:pathLst>
                <a:path extrusionOk="0" h="640714" w="681990">
                  <a:moveTo>
                    <a:pt x="310442" y="0"/>
                  </a:moveTo>
                  <a:lnTo>
                    <a:pt x="265070" y="1961"/>
                  </a:lnTo>
                  <a:lnTo>
                    <a:pt x="220563" y="10142"/>
                  </a:lnTo>
                  <a:lnTo>
                    <a:pt x="177576" y="24871"/>
                  </a:lnTo>
                  <a:lnTo>
                    <a:pt x="136702" y="47650"/>
                  </a:lnTo>
                  <a:lnTo>
                    <a:pt x="101232" y="76254"/>
                  </a:lnTo>
                  <a:lnTo>
                    <a:pt x="71131" y="109864"/>
                  </a:lnTo>
                  <a:lnTo>
                    <a:pt x="46366" y="147659"/>
                  </a:lnTo>
                  <a:lnTo>
                    <a:pt x="26904" y="188822"/>
                  </a:lnTo>
                  <a:lnTo>
                    <a:pt x="12711" y="232533"/>
                  </a:lnTo>
                  <a:lnTo>
                    <a:pt x="3754" y="277972"/>
                  </a:lnTo>
                  <a:lnTo>
                    <a:pt x="0" y="324321"/>
                  </a:lnTo>
                  <a:lnTo>
                    <a:pt x="1413" y="370761"/>
                  </a:lnTo>
                  <a:lnTo>
                    <a:pt x="7962" y="416471"/>
                  </a:lnTo>
                  <a:lnTo>
                    <a:pt x="19613" y="460634"/>
                  </a:lnTo>
                  <a:lnTo>
                    <a:pt x="38048" y="504081"/>
                  </a:lnTo>
                  <a:lnTo>
                    <a:pt x="62713" y="541366"/>
                  </a:lnTo>
                  <a:lnTo>
                    <a:pt x="92774" y="572576"/>
                  </a:lnTo>
                  <a:lnTo>
                    <a:pt x="127394" y="597798"/>
                  </a:lnTo>
                  <a:lnTo>
                    <a:pt x="165739" y="617121"/>
                  </a:lnTo>
                  <a:lnTo>
                    <a:pt x="206972" y="630631"/>
                  </a:lnTo>
                  <a:lnTo>
                    <a:pt x="250259" y="638416"/>
                  </a:lnTo>
                  <a:lnTo>
                    <a:pt x="294765" y="640565"/>
                  </a:lnTo>
                  <a:lnTo>
                    <a:pt x="339653" y="637164"/>
                  </a:lnTo>
                  <a:lnTo>
                    <a:pt x="382229" y="630875"/>
                  </a:lnTo>
                  <a:lnTo>
                    <a:pt x="425163" y="619941"/>
                  </a:lnTo>
                  <a:lnTo>
                    <a:pt x="467570" y="604546"/>
                  </a:lnTo>
                  <a:lnTo>
                    <a:pt x="508563" y="584875"/>
                  </a:lnTo>
                  <a:lnTo>
                    <a:pt x="547255" y="561110"/>
                  </a:lnTo>
                  <a:lnTo>
                    <a:pt x="582760" y="533436"/>
                  </a:lnTo>
                  <a:lnTo>
                    <a:pt x="614190" y="502037"/>
                  </a:lnTo>
                  <a:lnTo>
                    <a:pt x="640660" y="467096"/>
                  </a:lnTo>
                  <a:lnTo>
                    <a:pt x="661283" y="428798"/>
                  </a:lnTo>
                  <a:lnTo>
                    <a:pt x="675171" y="387326"/>
                  </a:lnTo>
                  <a:lnTo>
                    <a:pt x="681439" y="342865"/>
                  </a:lnTo>
                  <a:lnTo>
                    <a:pt x="679200" y="295597"/>
                  </a:lnTo>
                  <a:lnTo>
                    <a:pt x="667567" y="250683"/>
                  </a:lnTo>
                  <a:lnTo>
                    <a:pt x="649589" y="208397"/>
                  </a:lnTo>
                  <a:lnTo>
                    <a:pt x="625922" y="169067"/>
                  </a:lnTo>
                  <a:lnTo>
                    <a:pt x="597222" y="133018"/>
                  </a:lnTo>
                  <a:lnTo>
                    <a:pt x="564144" y="100578"/>
                  </a:lnTo>
                  <a:lnTo>
                    <a:pt x="527344" y="72073"/>
                  </a:lnTo>
                  <a:lnTo>
                    <a:pt x="487476" y="47830"/>
                  </a:lnTo>
                  <a:lnTo>
                    <a:pt x="445197" y="28174"/>
                  </a:lnTo>
                  <a:lnTo>
                    <a:pt x="401161" y="13433"/>
                  </a:lnTo>
                  <a:lnTo>
                    <a:pt x="356025" y="3932"/>
                  </a:lnTo>
                  <a:lnTo>
                    <a:pt x="310442" y="0"/>
                  </a:lnTo>
                  <a:close/>
                </a:path>
              </a:pathLst>
            </a:custGeom>
            <a:solidFill>
              <a:srgbClr val="00615E"/>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173" name="Google Shape;173;p9"/>
            <p:cNvSpPr/>
            <p:nvPr/>
          </p:nvSpPr>
          <p:spPr>
            <a:xfrm>
              <a:off x="7224119" y="3921141"/>
              <a:ext cx="415290" cy="415290"/>
            </a:xfrm>
            <a:custGeom>
              <a:rect b="b" l="l" r="r" t="t"/>
              <a:pathLst>
                <a:path extrusionOk="0" h="415289" w="415290">
                  <a:moveTo>
                    <a:pt x="213194" y="178498"/>
                  </a:moveTo>
                  <a:lnTo>
                    <a:pt x="205016" y="178498"/>
                  </a:lnTo>
                  <a:lnTo>
                    <a:pt x="201701" y="181813"/>
                  </a:lnTo>
                  <a:lnTo>
                    <a:pt x="201701" y="248145"/>
                  </a:lnTo>
                  <a:lnTo>
                    <a:pt x="144246" y="281317"/>
                  </a:lnTo>
                  <a:lnTo>
                    <a:pt x="143040" y="285851"/>
                  </a:lnTo>
                  <a:lnTo>
                    <a:pt x="146456" y="291782"/>
                  </a:lnTo>
                  <a:lnTo>
                    <a:pt x="148945" y="293103"/>
                  </a:lnTo>
                  <a:lnTo>
                    <a:pt x="152768" y="293103"/>
                  </a:lnTo>
                  <a:lnTo>
                    <a:pt x="154038" y="292785"/>
                  </a:lnTo>
                  <a:lnTo>
                    <a:pt x="209105" y="260985"/>
                  </a:lnTo>
                  <a:lnTo>
                    <a:pt x="238760" y="260985"/>
                  </a:lnTo>
                  <a:lnTo>
                    <a:pt x="216522" y="248145"/>
                  </a:lnTo>
                  <a:lnTo>
                    <a:pt x="216522" y="181813"/>
                  </a:lnTo>
                  <a:lnTo>
                    <a:pt x="213194" y="178498"/>
                  </a:lnTo>
                  <a:close/>
                </a:path>
                <a:path extrusionOk="0" h="415289" w="415290">
                  <a:moveTo>
                    <a:pt x="238760" y="260985"/>
                  </a:moveTo>
                  <a:lnTo>
                    <a:pt x="209105" y="260985"/>
                  </a:lnTo>
                  <a:lnTo>
                    <a:pt x="264185" y="292785"/>
                  </a:lnTo>
                  <a:lnTo>
                    <a:pt x="265455" y="293103"/>
                  </a:lnTo>
                  <a:lnTo>
                    <a:pt x="269278" y="293103"/>
                  </a:lnTo>
                  <a:lnTo>
                    <a:pt x="271767" y="291782"/>
                  </a:lnTo>
                  <a:lnTo>
                    <a:pt x="275183" y="285851"/>
                  </a:lnTo>
                  <a:lnTo>
                    <a:pt x="273977" y="281317"/>
                  </a:lnTo>
                  <a:lnTo>
                    <a:pt x="238760" y="260985"/>
                  </a:lnTo>
                  <a:close/>
                </a:path>
                <a:path extrusionOk="0" h="415289" w="415290">
                  <a:moveTo>
                    <a:pt x="335559" y="262699"/>
                  </a:moveTo>
                  <a:lnTo>
                    <a:pt x="321989" y="265575"/>
                  </a:lnTo>
                  <a:lnTo>
                    <a:pt x="310908" y="273418"/>
                  </a:lnTo>
                  <a:lnTo>
                    <a:pt x="303437" y="285052"/>
                  </a:lnTo>
                  <a:lnTo>
                    <a:pt x="300697" y="299300"/>
                  </a:lnTo>
                  <a:lnTo>
                    <a:pt x="303437" y="313551"/>
                  </a:lnTo>
                  <a:lnTo>
                    <a:pt x="310908" y="325189"/>
                  </a:lnTo>
                  <a:lnTo>
                    <a:pt x="321989" y="333037"/>
                  </a:lnTo>
                  <a:lnTo>
                    <a:pt x="335559" y="335915"/>
                  </a:lnTo>
                  <a:lnTo>
                    <a:pt x="349136" y="333037"/>
                  </a:lnTo>
                  <a:lnTo>
                    <a:pt x="360221" y="325189"/>
                  </a:lnTo>
                  <a:lnTo>
                    <a:pt x="367693" y="313551"/>
                  </a:lnTo>
                  <a:lnTo>
                    <a:pt x="370433" y="299300"/>
                  </a:lnTo>
                  <a:lnTo>
                    <a:pt x="367693" y="285052"/>
                  </a:lnTo>
                  <a:lnTo>
                    <a:pt x="360221" y="273418"/>
                  </a:lnTo>
                  <a:lnTo>
                    <a:pt x="349136" y="265575"/>
                  </a:lnTo>
                  <a:lnTo>
                    <a:pt x="335559" y="262699"/>
                  </a:lnTo>
                  <a:close/>
                </a:path>
                <a:path extrusionOk="0" h="415289" w="415290">
                  <a:moveTo>
                    <a:pt x="335559" y="348119"/>
                  </a:moveTo>
                  <a:lnTo>
                    <a:pt x="290221" y="353199"/>
                  </a:lnTo>
                  <a:lnTo>
                    <a:pt x="266638" y="365404"/>
                  </a:lnTo>
                  <a:lnTo>
                    <a:pt x="257687" y="380180"/>
                  </a:lnTo>
                  <a:lnTo>
                    <a:pt x="256247" y="392976"/>
                  </a:lnTo>
                  <a:lnTo>
                    <a:pt x="262628" y="404419"/>
                  </a:lnTo>
                  <a:lnTo>
                    <a:pt x="279949" y="411183"/>
                  </a:lnTo>
                  <a:lnTo>
                    <a:pt x="305246" y="414405"/>
                  </a:lnTo>
                  <a:lnTo>
                    <a:pt x="335559" y="415226"/>
                  </a:lnTo>
                  <a:lnTo>
                    <a:pt x="365877" y="414405"/>
                  </a:lnTo>
                  <a:lnTo>
                    <a:pt x="391175" y="411183"/>
                  </a:lnTo>
                  <a:lnTo>
                    <a:pt x="408497" y="404419"/>
                  </a:lnTo>
                  <a:lnTo>
                    <a:pt x="414883" y="392976"/>
                  </a:lnTo>
                  <a:lnTo>
                    <a:pt x="413442" y="380180"/>
                  </a:lnTo>
                  <a:lnTo>
                    <a:pt x="404487" y="365404"/>
                  </a:lnTo>
                  <a:lnTo>
                    <a:pt x="380898" y="353199"/>
                  </a:lnTo>
                  <a:lnTo>
                    <a:pt x="335559" y="348119"/>
                  </a:lnTo>
                  <a:close/>
                </a:path>
                <a:path extrusionOk="0" h="415289" w="415290">
                  <a:moveTo>
                    <a:pt x="207365" y="0"/>
                  </a:moveTo>
                  <a:lnTo>
                    <a:pt x="193788" y="2877"/>
                  </a:lnTo>
                  <a:lnTo>
                    <a:pt x="182703" y="10725"/>
                  </a:lnTo>
                  <a:lnTo>
                    <a:pt x="175231" y="22363"/>
                  </a:lnTo>
                  <a:lnTo>
                    <a:pt x="172491" y="36614"/>
                  </a:lnTo>
                  <a:lnTo>
                    <a:pt x="175231" y="50862"/>
                  </a:lnTo>
                  <a:lnTo>
                    <a:pt x="182703" y="62496"/>
                  </a:lnTo>
                  <a:lnTo>
                    <a:pt x="193788" y="70339"/>
                  </a:lnTo>
                  <a:lnTo>
                    <a:pt x="207365" y="73215"/>
                  </a:lnTo>
                  <a:lnTo>
                    <a:pt x="220935" y="70339"/>
                  </a:lnTo>
                  <a:lnTo>
                    <a:pt x="232016" y="62496"/>
                  </a:lnTo>
                  <a:lnTo>
                    <a:pt x="239487" y="50862"/>
                  </a:lnTo>
                  <a:lnTo>
                    <a:pt x="242227" y="36614"/>
                  </a:lnTo>
                  <a:lnTo>
                    <a:pt x="239487" y="22363"/>
                  </a:lnTo>
                  <a:lnTo>
                    <a:pt x="232016" y="10725"/>
                  </a:lnTo>
                  <a:lnTo>
                    <a:pt x="220935" y="2877"/>
                  </a:lnTo>
                  <a:lnTo>
                    <a:pt x="207365" y="0"/>
                  </a:lnTo>
                  <a:close/>
                </a:path>
                <a:path extrusionOk="0" h="415289" w="415290">
                  <a:moveTo>
                    <a:pt x="207365" y="85420"/>
                  </a:moveTo>
                  <a:lnTo>
                    <a:pt x="162026" y="90500"/>
                  </a:lnTo>
                  <a:lnTo>
                    <a:pt x="138437" y="102706"/>
                  </a:lnTo>
                  <a:lnTo>
                    <a:pt x="129482" y="117486"/>
                  </a:lnTo>
                  <a:lnTo>
                    <a:pt x="128041" y="130289"/>
                  </a:lnTo>
                  <a:lnTo>
                    <a:pt x="134427" y="141725"/>
                  </a:lnTo>
                  <a:lnTo>
                    <a:pt x="151749" y="148485"/>
                  </a:lnTo>
                  <a:lnTo>
                    <a:pt x="177047" y="151706"/>
                  </a:lnTo>
                  <a:lnTo>
                    <a:pt x="207365" y="152527"/>
                  </a:lnTo>
                  <a:lnTo>
                    <a:pt x="237678" y="151706"/>
                  </a:lnTo>
                  <a:lnTo>
                    <a:pt x="262975" y="148485"/>
                  </a:lnTo>
                  <a:lnTo>
                    <a:pt x="280296" y="141725"/>
                  </a:lnTo>
                  <a:lnTo>
                    <a:pt x="286677" y="130289"/>
                  </a:lnTo>
                  <a:lnTo>
                    <a:pt x="285236" y="117486"/>
                  </a:lnTo>
                  <a:lnTo>
                    <a:pt x="276282" y="102706"/>
                  </a:lnTo>
                  <a:lnTo>
                    <a:pt x="252697" y="90500"/>
                  </a:lnTo>
                  <a:lnTo>
                    <a:pt x="207365" y="85420"/>
                  </a:lnTo>
                  <a:close/>
                </a:path>
                <a:path extrusionOk="0" h="415289" w="415290">
                  <a:moveTo>
                    <a:pt x="79311" y="262699"/>
                  </a:moveTo>
                  <a:lnTo>
                    <a:pt x="65739" y="265575"/>
                  </a:lnTo>
                  <a:lnTo>
                    <a:pt x="54654" y="273418"/>
                  </a:lnTo>
                  <a:lnTo>
                    <a:pt x="47178" y="285052"/>
                  </a:lnTo>
                  <a:lnTo>
                    <a:pt x="44437" y="299300"/>
                  </a:lnTo>
                  <a:lnTo>
                    <a:pt x="47178" y="313551"/>
                  </a:lnTo>
                  <a:lnTo>
                    <a:pt x="54654" y="325189"/>
                  </a:lnTo>
                  <a:lnTo>
                    <a:pt x="65739" y="333037"/>
                  </a:lnTo>
                  <a:lnTo>
                    <a:pt x="79311" y="335915"/>
                  </a:lnTo>
                  <a:lnTo>
                    <a:pt x="92888" y="333037"/>
                  </a:lnTo>
                  <a:lnTo>
                    <a:pt x="103973" y="325189"/>
                  </a:lnTo>
                  <a:lnTo>
                    <a:pt x="111445" y="313551"/>
                  </a:lnTo>
                  <a:lnTo>
                    <a:pt x="114185" y="299300"/>
                  </a:lnTo>
                  <a:lnTo>
                    <a:pt x="111445" y="285052"/>
                  </a:lnTo>
                  <a:lnTo>
                    <a:pt x="103973" y="273418"/>
                  </a:lnTo>
                  <a:lnTo>
                    <a:pt x="92888" y="265575"/>
                  </a:lnTo>
                  <a:lnTo>
                    <a:pt x="79311" y="262699"/>
                  </a:lnTo>
                  <a:close/>
                </a:path>
                <a:path extrusionOk="0" h="415289" w="415290">
                  <a:moveTo>
                    <a:pt x="79311" y="348119"/>
                  </a:moveTo>
                  <a:lnTo>
                    <a:pt x="33973" y="353199"/>
                  </a:lnTo>
                  <a:lnTo>
                    <a:pt x="10390" y="365404"/>
                  </a:lnTo>
                  <a:lnTo>
                    <a:pt x="1439" y="380180"/>
                  </a:lnTo>
                  <a:lnTo>
                    <a:pt x="0" y="392976"/>
                  </a:lnTo>
                  <a:lnTo>
                    <a:pt x="6380" y="404419"/>
                  </a:lnTo>
                  <a:lnTo>
                    <a:pt x="23701" y="411183"/>
                  </a:lnTo>
                  <a:lnTo>
                    <a:pt x="48998" y="414405"/>
                  </a:lnTo>
                  <a:lnTo>
                    <a:pt x="79311" y="415226"/>
                  </a:lnTo>
                  <a:lnTo>
                    <a:pt x="109629" y="414405"/>
                  </a:lnTo>
                  <a:lnTo>
                    <a:pt x="134926" y="411183"/>
                  </a:lnTo>
                  <a:lnTo>
                    <a:pt x="152243" y="404419"/>
                  </a:lnTo>
                  <a:lnTo>
                    <a:pt x="158622" y="392976"/>
                  </a:lnTo>
                  <a:lnTo>
                    <a:pt x="157189" y="380180"/>
                  </a:lnTo>
                  <a:lnTo>
                    <a:pt x="148237" y="365404"/>
                  </a:lnTo>
                  <a:lnTo>
                    <a:pt x="124650" y="353199"/>
                  </a:lnTo>
                  <a:lnTo>
                    <a:pt x="79311" y="348119"/>
                  </a:lnTo>
                  <a:close/>
                </a:path>
              </a:pathLst>
            </a:custGeom>
            <a:solidFill>
              <a:srgbClr val="FFFFFF"/>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gr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177" name="Shape 177"/>
        <p:cNvGrpSpPr/>
        <p:nvPr/>
      </p:nvGrpSpPr>
      <p:grpSpPr>
        <a:xfrm>
          <a:off x="0" y="0"/>
          <a:ext cx="0" cy="0"/>
          <a:chOff x="0" y="0"/>
          <a:chExt cx="0" cy="0"/>
        </a:xfrm>
      </p:grpSpPr>
      <p:sp>
        <p:nvSpPr>
          <p:cNvPr id="178" name="Google Shape;178;p10"/>
          <p:cNvSpPr txBox="1"/>
          <p:nvPr>
            <p:ph type="title"/>
          </p:nvPr>
        </p:nvSpPr>
        <p:spPr>
          <a:xfrm>
            <a:off x="499488" y="858913"/>
            <a:ext cx="6677168" cy="638636"/>
          </a:xfrm>
          <a:prstGeom prst="rect">
            <a:avLst/>
          </a:prstGeom>
          <a:noFill/>
          <a:ln>
            <a:noFill/>
          </a:ln>
        </p:spPr>
        <p:txBody>
          <a:bodyPr anchorCtr="0" anchor="t" bIns="0" lIns="0" spcFirstLastPara="1" rIns="0" wrap="square" tIns="83800">
            <a:spAutoFit/>
          </a:bodyPr>
          <a:lstStyle/>
          <a:p>
            <a:pPr indent="0" lvl="0" marL="0" rtl="0" algn="l">
              <a:spcBef>
                <a:spcPts val="0"/>
              </a:spcBef>
              <a:spcAft>
                <a:spcPts val="0"/>
              </a:spcAft>
              <a:buNone/>
            </a:pPr>
            <a:r>
              <a:rPr lang="en-US"/>
              <a:t>Expected Impact</a:t>
            </a:r>
            <a:endParaRPr/>
          </a:p>
        </p:txBody>
      </p:sp>
      <p:pic>
        <p:nvPicPr>
          <p:cNvPr id="179" name="Google Shape;179;p10"/>
          <p:cNvPicPr preferRelativeResize="0"/>
          <p:nvPr/>
        </p:nvPicPr>
        <p:blipFill rotWithShape="1">
          <a:blip r:embed="rId3">
            <a:alphaModFix/>
          </a:blip>
          <a:srcRect b="0" l="0" r="0" t="0"/>
          <a:stretch/>
        </p:blipFill>
        <p:spPr>
          <a:xfrm>
            <a:off x="4573587" y="0"/>
            <a:ext cx="6118416" cy="858913"/>
          </a:xfrm>
          <a:prstGeom prst="rect">
            <a:avLst/>
          </a:prstGeom>
          <a:noFill/>
          <a:ln>
            <a:noFill/>
          </a:ln>
        </p:spPr>
      </p:pic>
      <p:pic>
        <p:nvPicPr>
          <p:cNvPr id="180" name="Google Shape;180;p10"/>
          <p:cNvPicPr preferRelativeResize="0"/>
          <p:nvPr/>
        </p:nvPicPr>
        <p:blipFill rotWithShape="1">
          <a:blip r:embed="rId4">
            <a:alphaModFix/>
          </a:blip>
          <a:srcRect b="14727" l="2337" r="2256" t="13657"/>
          <a:stretch/>
        </p:blipFill>
        <p:spPr>
          <a:xfrm>
            <a:off x="245596" y="1876425"/>
            <a:ext cx="10202208" cy="5105400"/>
          </a:xfrm>
          <a:prstGeom prst="rect">
            <a:avLst/>
          </a:prstGeom>
          <a:noFill/>
          <a:ln>
            <a:noFill/>
          </a:ln>
        </p:spPr>
      </p:pic>
      <p:sp>
        <p:nvSpPr>
          <p:cNvPr id="181" name="Google Shape;181;p10"/>
          <p:cNvSpPr/>
          <p:nvPr/>
        </p:nvSpPr>
        <p:spPr>
          <a:xfrm>
            <a:off x="245597" y="7210424"/>
            <a:ext cx="4186704" cy="352425"/>
          </a:xfrm>
          <a:custGeom>
            <a:rect b="b" l="l" r="r" t="t"/>
            <a:pathLst>
              <a:path extrusionOk="0" h="930909" w="4740275">
                <a:moveTo>
                  <a:pt x="2377146" y="0"/>
                </a:moveTo>
                <a:lnTo>
                  <a:pt x="2328124" y="156"/>
                </a:lnTo>
                <a:lnTo>
                  <a:pt x="2279149" y="1011"/>
                </a:lnTo>
                <a:lnTo>
                  <a:pt x="2230226" y="2563"/>
                </a:lnTo>
                <a:lnTo>
                  <a:pt x="2181363" y="4809"/>
                </a:lnTo>
                <a:lnTo>
                  <a:pt x="2132567" y="7748"/>
                </a:lnTo>
                <a:lnTo>
                  <a:pt x="2083843" y="11380"/>
                </a:lnTo>
                <a:lnTo>
                  <a:pt x="2035199" y="15701"/>
                </a:lnTo>
                <a:lnTo>
                  <a:pt x="1986640" y="20711"/>
                </a:lnTo>
                <a:lnTo>
                  <a:pt x="1938174" y="26409"/>
                </a:lnTo>
                <a:lnTo>
                  <a:pt x="1889807" y="32792"/>
                </a:lnTo>
                <a:lnTo>
                  <a:pt x="1841546" y="39859"/>
                </a:lnTo>
                <a:lnTo>
                  <a:pt x="1793397" y="47608"/>
                </a:lnTo>
                <a:lnTo>
                  <a:pt x="1745366" y="56039"/>
                </a:lnTo>
                <a:lnTo>
                  <a:pt x="1697461" y="65149"/>
                </a:lnTo>
                <a:lnTo>
                  <a:pt x="1649688" y="74937"/>
                </a:lnTo>
                <a:lnTo>
                  <a:pt x="1602053" y="85402"/>
                </a:lnTo>
                <a:lnTo>
                  <a:pt x="1554563" y="96541"/>
                </a:lnTo>
                <a:lnTo>
                  <a:pt x="1507224" y="108354"/>
                </a:lnTo>
                <a:lnTo>
                  <a:pt x="1460044" y="120838"/>
                </a:lnTo>
                <a:lnTo>
                  <a:pt x="1413028" y="133993"/>
                </a:lnTo>
                <a:lnTo>
                  <a:pt x="1366183" y="147816"/>
                </a:lnTo>
                <a:lnTo>
                  <a:pt x="1319516" y="162307"/>
                </a:lnTo>
                <a:lnTo>
                  <a:pt x="1273034" y="177463"/>
                </a:lnTo>
                <a:lnTo>
                  <a:pt x="1226742" y="193283"/>
                </a:lnTo>
                <a:lnTo>
                  <a:pt x="1180648" y="209766"/>
                </a:lnTo>
                <a:lnTo>
                  <a:pt x="1134757" y="226910"/>
                </a:lnTo>
                <a:lnTo>
                  <a:pt x="1089077" y="244713"/>
                </a:lnTo>
                <a:lnTo>
                  <a:pt x="1043615" y="263175"/>
                </a:lnTo>
                <a:lnTo>
                  <a:pt x="998375" y="282292"/>
                </a:lnTo>
                <a:lnTo>
                  <a:pt x="953366" y="302065"/>
                </a:lnTo>
                <a:lnTo>
                  <a:pt x="908900" y="322351"/>
                </a:lnTo>
                <a:lnTo>
                  <a:pt x="864065" y="343568"/>
                </a:lnTo>
                <a:lnTo>
                  <a:pt x="819786" y="365296"/>
                </a:lnTo>
                <a:lnTo>
                  <a:pt x="775764" y="387672"/>
                </a:lnTo>
                <a:lnTo>
                  <a:pt x="732004" y="410696"/>
                </a:lnTo>
                <a:lnTo>
                  <a:pt x="688514" y="434365"/>
                </a:lnTo>
                <a:lnTo>
                  <a:pt x="645300" y="458678"/>
                </a:lnTo>
                <a:lnTo>
                  <a:pt x="602369" y="483634"/>
                </a:lnTo>
                <a:lnTo>
                  <a:pt x="559727" y="509231"/>
                </a:lnTo>
                <a:lnTo>
                  <a:pt x="517380" y="535467"/>
                </a:lnTo>
                <a:lnTo>
                  <a:pt x="475336" y="562342"/>
                </a:lnTo>
                <a:lnTo>
                  <a:pt x="433601" y="589852"/>
                </a:lnTo>
                <a:lnTo>
                  <a:pt x="392181" y="617998"/>
                </a:lnTo>
                <a:lnTo>
                  <a:pt x="351084" y="646777"/>
                </a:lnTo>
                <a:lnTo>
                  <a:pt x="310315" y="676187"/>
                </a:lnTo>
                <a:lnTo>
                  <a:pt x="269865" y="706240"/>
                </a:lnTo>
                <a:lnTo>
                  <a:pt x="229788" y="736898"/>
                </a:lnTo>
                <a:lnTo>
                  <a:pt x="190044" y="768194"/>
                </a:lnTo>
                <a:lnTo>
                  <a:pt x="152263" y="798561"/>
                </a:lnTo>
                <a:lnTo>
                  <a:pt x="115000" y="829401"/>
                </a:lnTo>
                <a:lnTo>
                  <a:pt x="78255" y="860709"/>
                </a:lnTo>
                <a:lnTo>
                  <a:pt x="42032" y="892476"/>
                </a:lnTo>
                <a:lnTo>
                  <a:pt x="6330" y="924695"/>
                </a:lnTo>
                <a:lnTo>
                  <a:pt x="0" y="930574"/>
                </a:lnTo>
                <a:lnTo>
                  <a:pt x="604291" y="930574"/>
                </a:lnTo>
                <a:lnTo>
                  <a:pt x="633499" y="911323"/>
                </a:lnTo>
                <a:lnTo>
                  <a:pt x="676655" y="883733"/>
                </a:lnTo>
                <a:lnTo>
                  <a:pt x="720284" y="856687"/>
                </a:lnTo>
                <a:lnTo>
                  <a:pt x="764383" y="830190"/>
                </a:lnTo>
                <a:lnTo>
                  <a:pt x="808947" y="804248"/>
                </a:lnTo>
                <a:lnTo>
                  <a:pt x="853970" y="778866"/>
                </a:lnTo>
                <a:lnTo>
                  <a:pt x="899448" y="754049"/>
                </a:lnTo>
                <a:lnTo>
                  <a:pt x="945377" y="729802"/>
                </a:lnTo>
                <a:lnTo>
                  <a:pt x="991533" y="706240"/>
                </a:lnTo>
                <a:lnTo>
                  <a:pt x="1037895" y="683371"/>
                </a:lnTo>
                <a:lnTo>
                  <a:pt x="1084455" y="661194"/>
                </a:lnTo>
                <a:lnTo>
                  <a:pt x="1131206" y="639712"/>
                </a:lnTo>
                <a:lnTo>
                  <a:pt x="1178142" y="618925"/>
                </a:lnTo>
                <a:lnTo>
                  <a:pt x="1225255" y="598834"/>
                </a:lnTo>
                <a:lnTo>
                  <a:pt x="1272538" y="579439"/>
                </a:lnTo>
                <a:lnTo>
                  <a:pt x="1319985" y="560742"/>
                </a:lnTo>
                <a:lnTo>
                  <a:pt x="1367589" y="542744"/>
                </a:lnTo>
                <a:lnTo>
                  <a:pt x="1415341" y="525445"/>
                </a:lnTo>
                <a:lnTo>
                  <a:pt x="1463236" y="508846"/>
                </a:lnTo>
                <a:lnTo>
                  <a:pt x="1511266" y="492948"/>
                </a:lnTo>
                <a:lnTo>
                  <a:pt x="1559425" y="477753"/>
                </a:lnTo>
                <a:lnTo>
                  <a:pt x="1607705" y="463260"/>
                </a:lnTo>
                <a:lnTo>
                  <a:pt x="1656099" y="449471"/>
                </a:lnTo>
                <a:lnTo>
                  <a:pt x="1704601" y="436386"/>
                </a:lnTo>
                <a:lnTo>
                  <a:pt x="1753203" y="424007"/>
                </a:lnTo>
                <a:lnTo>
                  <a:pt x="1801898" y="412335"/>
                </a:lnTo>
                <a:lnTo>
                  <a:pt x="1850680" y="401369"/>
                </a:lnTo>
                <a:lnTo>
                  <a:pt x="1899541" y="391112"/>
                </a:lnTo>
                <a:lnTo>
                  <a:pt x="1948474" y="381563"/>
                </a:lnTo>
                <a:lnTo>
                  <a:pt x="1997473" y="372725"/>
                </a:lnTo>
                <a:lnTo>
                  <a:pt x="2046530" y="364597"/>
                </a:lnTo>
                <a:lnTo>
                  <a:pt x="2095638" y="357181"/>
                </a:lnTo>
                <a:lnTo>
                  <a:pt x="2144791" y="350477"/>
                </a:lnTo>
                <a:lnTo>
                  <a:pt x="2193981" y="344487"/>
                </a:lnTo>
                <a:lnTo>
                  <a:pt x="2243201" y="339211"/>
                </a:lnTo>
                <a:lnTo>
                  <a:pt x="2292444" y="334650"/>
                </a:lnTo>
                <a:lnTo>
                  <a:pt x="2341704" y="330805"/>
                </a:lnTo>
                <a:lnTo>
                  <a:pt x="2390973" y="327677"/>
                </a:lnTo>
                <a:lnTo>
                  <a:pt x="2440244" y="325267"/>
                </a:lnTo>
                <a:lnTo>
                  <a:pt x="2489511" y="323575"/>
                </a:lnTo>
                <a:lnTo>
                  <a:pt x="2538765" y="322603"/>
                </a:lnTo>
                <a:lnTo>
                  <a:pt x="3826940" y="322351"/>
                </a:lnTo>
                <a:lnTo>
                  <a:pt x="3816697" y="317600"/>
                </a:lnTo>
                <a:lnTo>
                  <a:pt x="3771953" y="297596"/>
                </a:lnTo>
                <a:lnTo>
                  <a:pt x="3726882" y="278194"/>
                </a:lnTo>
                <a:lnTo>
                  <a:pt x="3681491" y="259396"/>
                </a:lnTo>
                <a:lnTo>
                  <a:pt x="3635783" y="241207"/>
                </a:lnTo>
                <a:lnTo>
                  <a:pt x="3589765" y="223631"/>
                </a:lnTo>
                <a:lnTo>
                  <a:pt x="3543441" y="206672"/>
                </a:lnTo>
                <a:lnTo>
                  <a:pt x="3496817" y="190334"/>
                </a:lnTo>
                <a:lnTo>
                  <a:pt x="3449896" y="174620"/>
                </a:lnTo>
                <a:lnTo>
                  <a:pt x="3402686" y="159535"/>
                </a:lnTo>
                <a:lnTo>
                  <a:pt x="3355190" y="145082"/>
                </a:lnTo>
                <a:lnTo>
                  <a:pt x="3307414" y="131266"/>
                </a:lnTo>
                <a:lnTo>
                  <a:pt x="3259363" y="118090"/>
                </a:lnTo>
                <a:lnTo>
                  <a:pt x="3211042" y="105559"/>
                </a:lnTo>
                <a:lnTo>
                  <a:pt x="3162456" y="93676"/>
                </a:lnTo>
                <a:lnTo>
                  <a:pt x="3113610" y="82445"/>
                </a:lnTo>
                <a:lnTo>
                  <a:pt x="3064676" y="71948"/>
                </a:lnTo>
                <a:lnTo>
                  <a:pt x="3015690" y="62172"/>
                </a:lnTo>
                <a:lnTo>
                  <a:pt x="2966659" y="53116"/>
                </a:lnTo>
                <a:lnTo>
                  <a:pt x="2917589" y="44777"/>
                </a:lnTo>
                <a:lnTo>
                  <a:pt x="2868488" y="37155"/>
                </a:lnTo>
                <a:lnTo>
                  <a:pt x="2819360" y="30248"/>
                </a:lnTo>
                <a:lnTo>
                  <a:pt x="2770214" y="24055"/>
                </a:lnTo>
                <a:lnTo>
                  <a:pt x="2721055" y="18573"/>
                </a:lnTo>
                <a:lnTo>
                  <a:pt x="2671891" y="13801"/>
                </a:lnTo>
                <a:lnTo>
                  <a:pt x="2622727" y="9738"/>
                </a:lnTo>
                <a:lnTo>
                  <a:pt x="2573570" y="6382"/>
                </a:lnTo>
                <a:lnTo>
                  <a:pt x="2524427" y="3732"/>
                </a:lnTo>
                <a:lnTo>
                  <a:pt x="2475304" y="1786"/>
                </a:lnTo>
                <a:lnTo>
                  <a:pt x="2426209" y="542"/>
                </a:lnTo>
                <a:lnTo>
                  <a:pt x="2377146" y="0"/>
                </a:lnTo>
                <a:close/>
              </a:path>
              <a:path extrusionOk="0" h="930909" w="4740275">
                <a:moveTo>
                  <a:pt x="3826940" y="322351"/>
                </a:moveTo>
                <a:lnTo>
                  <a:pt x="2588001" y="322351"/>
                </a:lnTo>
                <a:lnTo>
                  <a:pt x="2637212" y="322820"/>
                </a:lnTo>
                <a:lnTo>
                  <a:pt x="2686389" y="324012"/>
                </a:lnTo>
                <a:lnTo>
                  <a:pt x="2735527" y="325926"/>
                </a:lnTo>
                <a:lnTo>
                  <a:pt x="2784618" y="328564"/>
                </a:lnTo>
                <a:lnTo>
                  <a:pt x="2833656" y="331927"/>
                </a:lnTo>
                <a:lnTo>
                  <a:pt x="2882632" y="336016"/>
                </a:lnTo>
                <a:lnTo>
                  <a:pt x="2931541" y="340831"/>
                </a:lnTo>
                <a:lnTo>
                  <a:pt x="2980375" y="346373"/>
                </a:lnTo>
                <a:lnTo>
                  <a:pt x="3029128" y="352644"/>
                </a:lnTo>
                <a:lnTo>
                  <a:pt x="3077791" y="359644"/>
                </a:lnTo>
                <a:lnTo>
                  <a:pt x="3126359" y="367374"/>
                </a:lnTo>
                <a:lnTo>
                  <a:pt x="3174824" y="375834"/>
                </a:lnTo>
                <a:lnTo>
                  <a:pt x="3223179" y="385027"/>
                </a:lnTo>
                <a:lnTo>
                  <a:pt x="3271417" y="394951"/>
                </a:lnTo>
                <a:lnTo>
                  <a:pt x="3319532" y="405610"/>
                </a:lnTo>
                <a:lnTo>
                  <a:pt x="3367516" y="417003"/>
                </a:lnTo>
                <a:lnTo>
                  <a:pt x="3415362" y="429131"/>
                </a:lnTo>
                <a:lnTo>
                  <a:pt x="3463063" y="441995"/>
                </a:lnTo>
                <a:lnTo>
                  <a:pt x="3511235" y="455752"/>
                </a:lnTo>
                <a:lnTo>
                  <a:pt x="3559065" y="470223"/>
                </a:lnTo>
                <a:lnTo>
                  <a:pt x="3606550" y="485403"/>
                </a:lnTo>
                <a:lnTo>
                  <a:pt x="3653683" y="501288"/>
                </a:lnTo>
                <a:lnTo>
                  <a:pt x="3700459" y="517874"/>
                </a:lnTo>
                <a:lnTo>
                  <a:pt x="3746873" y="535156"/>
                </a:lnTo>
                <a:lnTo>
                  <a:pt x="3792920" y="553131"/>
                </a:lnTo>
                <a:lnTo>
                  <a:pt x="3838593" y="571792"/>
                </a:lnTo>
                <a:lnTo>
                  <a:pt x="3883888" y="591137"/>
                </a:lnTo>
                <a:lnTo>
                  <a:pt x="3928798" y="611161"/>
                </a:lnTo>
                <a:lnTo>
                  <a:pt x="3973320" y="631860"/>
                </a:lnTo>
                <a:lnTo>
                  <a:pt x="4017447" y="653228"/>
                </a:lnTo>
                <a:lnTo>
                  <a:pt x="4061174" y="675263"/>
                </a:lnTo>
                <a:lnTo>
                  <a:pt x="4104496" y="697958"/>
                </a:lnTo>
                <a:lnTo>
                  <a:pt x="4147406" y="721311"/>
                </a:lnTo>
                <a:lnTo>
                  <a:pt x="4189901" y="745317"/>
                </a:lnTo>
                <a:lnTo>
                  <a:pt x="4231974" y="769971"/>
                </a:lnTo>
                <a:lnTo>
                  <a:pt x="4273620" y="795269"/>
                </a:lnTo>
                <a:lnTo>
                  <a:pt x="4314834" y="821206"/>
                </a:lnTo>
                <a:lnTo>
                  <a:pt x="4355610" y="847779"/>
                </a:lnTo>
                <a:lnTo>
                  <a:pt x="4395942" y="874982"/>
                </a:lnTo>
                <a:lnTo>
                  <a:pt x="4435827" y="902813"/>
                </a:lnTo>
                <a:lnTo>
                  <a:pt x="4474299" y="930574"/>
                </a:lnTo>
                <a:lnTo>
                  <a:pt x="4739806" y="930574"/>
                </a:lnTo>
                <a:lnTo>
                  <a:pt x="4708214" y="901713"/>
                </a:lnTo>
                <a:lnTo>
                  <a:pt x="4671937" y="869489"/>
                </a:lnTo>
                <a:lnTo>
                  <a:pt x="4635222" y="837779"/>
                </a:lnTo>
                <a:lnTo>
                  <a:pt x="4598074" y="806587"/>
                </a:lnTo>
                <a:lnTo>
                  <a:pt x="4560497" y="775917"/>
                </a:lnTo>
                <a:lnTo>
                  <a:pt x="4522497" y="745772"/>
                </a:lnTo>
                <a:lnTo>
                  <a:pt x="4484079" y="716158"/>
                </a:lnTo>
                <a:lnTo>
                  <a:pt x="4445248" y="687077"/>
                </a:lnTo>
                <a:lnTo>
                  <a:pt x="4406009" y="658533"/>
                </a:lnTo>
                <a:lnTo>
                  <a:pt x="4366367" y="630532"/>
                </a:lnTo>
                <a:lnTo>
                  <a:pt x="4326328" y="603076"/>
                </a:lnTo>
                <a:lnTo>
                  <a:pt x="4285896" y="576169"/>
                </a:lnTo>
                <a:lnTo>
                  <a:pt x="4245077" y="549817"/>
                </a:lnTo>
                <a:lnTo>
                  <a:pt x="4203875" y="524021"/>
                </a:lnTo>
                <a:lnTo>
                  <a:pt x="4162296" y="498787"/>
                </a:lnTo>
                <a:lnTo>
                  <a:pt x="4120345" y="474118"/>
                </a:lnTo>
                <a:lnTo>
                  <a:pt x="4078027" y="450019"/>
                </a:lnTo>
                <a:lnTo>
                  <a:pt x="4035347" y="426493"/>
                </a:lnTo>
                <a:lnTo>
                  <a:pt x="3992310" y="403544"/>
                </a:lnTo>
                <a:lnTo>
                  <a:pt x="3948922" y="381176"/>
                </a:lnTo>
                <a:lnTo>
                  <a:pt x="3905187" y="359394"/>
                </a:lnTo>
                <a:lnTo>
                  <a:pt x="3861110" y="338200"/>
                </a:lnTo>
                <a:lnTo>
                  <a:pt x="3826940" y="322351"/>
                </a:lnTo>
                <a:close/>
              </a:path>
            </a:pathLst>
          </a:custGeom>
          <a:solidFill>
            <a:srgbClr val="47D985"/>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186" name="Shape 186"/>
        <p:cNvGrpSpPr/>
        <p:nvPr/>
      </p:nvGrpSpPr>
      <p:grpSpPr>
        <a:xfrm>
          <a:off x="0" y="0"/>
          <a:ext cx="0" cy="0"/>
          <a:chOff x="0" y="0"/>
          <a:chExt cx="0" cy="0"/>
        </a:xfrm>
      </p:grpSpPr>
      <p:sp>
        <p:nvSpPr>
          <p:cNvPr id="187" name="Google Shape;187;p11"/>
          <p:cNvSpPr/>
          <p:nvPr/>
        </p:nvSpPr>
        <p:spPr>
          <a:xfrm>
            <a:off x="2" y="16"/>
            <a:ext cx="10685780" cy="7560309"/>
          </a:xfrm>
          <a:custGeom>
            <a:rect b="b" l="l" r="r" t="t"/>
            <a:pathLst>
              <a:path extrusionOk="0" h="7560309" w="10685780">
                <a:moveTo>
                  <a:pt x="0" y="0"/>
                </a:moveTo>
                <a:lnTo>
                  <a:pt x="0" y="7559986"/>
                </a:lnTo>
                <a:lnTo>
                  <a:pt x="10685702" y="7559986"/>
                </a:lnTo>
                <a:lnTo>
                  <a:pt x="10685702" y="0"/>
                </a:lnTo>
                <a:lnTo>
                  <a:pt x="0" y="0"/>
                </a:lnTo>
                <a:close/>
              </a:path>
            </a:pathLst>
          </a:custGeom>
          <a:solidFill>
            <a:srgbClr val="00625F"/>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grpSp>
        <p:nvGrpSpPr>
          <p:cNvPr id="188" name="Google Shape;188;p11"/>
          <p:cNvGrpSpPr/>
          <p:nvPr/>
        </p:nvGrpSpPr>
        <p:grpSpPr>
          <a:xfrm>
            <a:off x="0" y="0"/>
            <a:ext cx="10685703" cy="7560004"/>
            <a:chOff x="0" y="0"/>
            <a:chExt cx="10685703" cy="7560004"/>
          </a:xfrm>
        </p:grpSpPr>
        <p:pic>
          <p:nvPicPr>
            <p:cNvPr id="189" name="Google Shape;189;p11"/>
            <p:cNvPicPr preferRelativeResize="0"/>
            <p:nvPr/>
          </p:nvPicPr>
          <p:blipFill rotWithShape="1">
            <a:blip r:embed="rId3">
              <a:alphaModFix/>
            </a:blip>
            <a:srcRect b="0" l="0" r="0" t="0"/>
            <a:stretch/>
          </p:blipFill>
          <p:spPr>
            <a:xfrm>
              <a:off x="1230464" y="0"/>
              <a:ext cx="9455238" cy="3052991"/>
            </a:xfrm>
            <a:prstGeom prst="rect">
              <a:avLst/>
            </a:prstGeom>
            <a:noFill/>
            <a:ln>
              <a:noFill/>
            </a:ln>
          </p:spPr>
        </p:pic>
        <p:pic>
          <p:nvPicPr>
            <p:cNvPr id="190" name="Google Shape;190;p11"/>
            <p:cNvPicPr preferRelativeResize="0"/>
            <p:nvPr/>
          </p:nvPicPr>
          <p:blipFill rotWithShape="1">
            <a:blip r:embed="rId4">
              <a:alphaModFix/>
            </a:blip>
            <a:srcRect b="0" l="0" r="0" t="0"/>
            <a:stretch/>
          </p:blipFill>
          <p:spPr>
            <a:xfrm>
              <a:off x="0" y="12"/>
              <a:ext cx="1237449" cy="7559992"/>
            </a:xfrm>
            <a:prstGeom prst="rect">
              <a:avLst/>
            </a:prstGeom>
            <a:noFill/>
            <a:ln>
              <a:noFill/>
            </a:ln>
          </p:spPr>
        </p:pic>
        <p:pic>
          <p:nvPicPr>
            <p:cNvPr id="191" name="Google Shape;191;p11"/>
            <p:cNvPicPr preferRelativeResize="0"/>
            <p:nvPr/>
          </p:nvPicPr>
          <p:blipFill rotWithShape="1">
            <a:blip r:embed="rId5">
              <a:alphaModFix/>
            </a:blip>
            <a:srcRect b="0" l="0" r="0" t="0"/>
            <a:stretch/>
          </p:blipFill>
          <p:spPr>
            <a:xfrm>
              <a:off x="1230464" y="3045752"/>
              <a:ext cx="9455238" cy="3222599"/>
            </a:xfrm>
            <a:prstGeom prst="rect">
              <a:avLst/>
            </a:prstGeom>
            <a:noFill/>
            <a:ln>
              <a:noFill/>
            </a:ln>
          </p:spPr>
        </p:pic>
        <p:pic>
          <p:nvPicPr>
            <p:cNvPr id="192" name="Google Shape;192;p11"/>
            <p:cNvPicPr preferRelativeResize="0"/>
            <p:nvPr/>
          </p:nvPicPr>
          <p:blipFill rotWithShape="1">
            <a:blip r:embed="rId6">
              <a:alphaModFix/>
            </a:blip>
            <a:srcRect b="0" l="0" r="0" t="0"/>
            <a:stretch/>
          </p:blipFill>
          <p:spPr>
            <a:xfrm>
              <a:off x="1231074" y="6261087"/>
              <a:ext cx="9454629" cy="1298917"/>
            </a:xfrm>
            <a:prstGeom prst="rect">
              <a:avLst/>
            </a:prstGeom>
            <a:noFill/>
            <a:ln>
              <a:noFill/>
            </a:ln>
          </p:spPr>
        </p:pic>
      </p:grpSp>
      <p:sp>
        <p:nvSpPr>
          <p:cNvPr id="193" name="Google Shape;193;p11"/>
          <p:cNvSpPr txBox="1"/>
          <p:nvPr/>
        </p:nvSpPr>
        <p:spPr>
          <a:xfrm>
            <a:off x="1399872" y="97095"/>
            <a:ext cx="7050457" cy="628377"/>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b="1" lang="en-US" sz="4000">
                <a:solidFill>
                  <a:srgbClr val="FFFFFF"/>
                </a:solidFill>
                <a:latin typeface="Tahoma"/>
                <a:ea typeface="Tahoma"/>
                <a:cs typeface="Tahoma"/>
                <a:sym typeface="Tahoma"/>
              </a:rPr>
              <a:t>System Architecture</a:t>
            </a:r>
            <a:endParaRPr sz="4000">
              <a:latin typeface="Tahoma"/>
              <a:ea typeface="Tahoma"/>
              <a:cs typeface="Tahoma"/>
              <a:sym typeface="Tahoma"/>
            </a:endParaRPr>
          </a:p>
        </p:txBody>
      </p:sp>
      <p:sp>
        <p:nvSpPr>
          <p:cNvPr id="194" name="Google Shape;194;p11"/>
          <p:cNvSpPr txBox="1"/>
          <p:nvPr>
            <p:ph idx="12" type="sldNum"/>
          </p:nvPr>
        </p:nvSpPr>
        <p:spPr>
          <a:xfrm>
            <a:off x="501900" y="7055043"/>
            <a:ext cx="2872104" cy="167640"/>
          </a:xfrm>
          <a:prstGeom prst="rect">
            <a:avLst/>
          </a:prstGeom>
          <a:noFill/>
          <a:ln>
            <a:noFill/>
          </a:ln>
        </p:spPr>
        <p:txBody>
          <a:bodyPr anchorCtr="0" anchor="t" bIns="0" lIns="0" spcFirstLastPara="1" rIns="0" wrap="square" tIns="5700">
            <a:spAutoFit/>
          </a:bodyPr>
          <a:lstStyle/>
          <a:p>
            <a:pPr indent="0" lvl="0" marL="38100" rtl="0" algn="l">
              <a:lnSpc>
                <a:spcPct val="100000"/>
              </a:lnSpc>
              <a:spcBef>
                <a:spcPts val="0"/>
              </a:spcBef>
              <a:spcAft>
                <a:spcPts val="0"/>
              </a:spcAft>
              <a:buNone/>
            </a:pPr>
            <a:fld id="{00000000-1234-1234-1234-123412341234}" type="slidenum">
              <a:rPr lang="en-US"/>
              <a:t>‹#›</a:t>
            </a:fld>
            <a:r>
              <a:rPr lang="en-US"/>
              <a:t>  Farm Management Information Systems (FMIS)</a:t>
            </a:r>
            <a:endParaRPr/>
          </a:p>
        </p:txBody>
      </p:sp>
      <p:grpSp>
        <p:nvGrpSpPr>
          <p:cNvPr id="195" name="Google Shape;195;p11"/>
          <p:cNvGrpSpPr/>
          <p:nvPr/>
        </p:nvGrpSpPr>
        <p:grpSpPr>
          <a:xfrm>
            <a:off x="514848" y="22743"/>
            <a:ext cx="830165" cy="836161"/>
            <a:chOff x="7090687" y="3808501"/>
            <a:chExt cx="681990" cy="640715"/>
          </a:xfrm>
        </p:grpSpPr>
        <p:sp>
          <p:nvSpPr>
            <p:cNvPr id="196" name="Google Shape;196;p11"/>
            <p:cNvSpPr/>
            <p:nvPr/>
          </p:nvSpPr>
          <p:spPr>
            <a:xfrm>
              <a:off x="7090687" y="3808501"/>
              <a:ext cx="681990" cy="640715"/>
            </a:xfrm>
            <a:custGeom>
              <a:rect b="b" l="l" r="r" t="t"/>
              <a:pathLst>
                <a:path extrusionOk="0" h="640714" w="681990">
                  <a:moveTo>
                    <a:pt x="310442" y="0"/>
                  </a:moveTo>
                  <a:lnTo>
                    <a:pt x="265070" y="1961"/>
                  </a:lnTo>
                  <a:lnTo>
                    <a:pt x="220563" y="10142"/>
                  </a:lnTo>
                  <a:lnTo>
                    <a:pt x="177576" y="24871"/>
                  </a:lnTo>
                  <a:lnTo>
                    <a:pt x="136702" y="47650"/>
                  </a:lnTo>
                  <a:lnTo>
                    <a:pt x="101232" y="76254"/>
                  </a:lnTo>
                  <a:lnTo>
                    <a:pt x="71131" y="109864"/>
                  </a:lnTo>
                  <a:lnTo>
                    <a:pt x="46366" y="147659"/>
                  </a:lnTo>
                  <a:lnTo>
                    <a:pt x="26904" y="188822"/>
                  </a:lnTo>
                  <a:lnTo>
                    <a:pt x="12711" y="232533"/>
                  </a:lnTo>
                  <a:lnTo>
                    <a:pt x="3754" y="277972"/>
                  </a:lnTo>
                  <a:lnTo>
                    <a:pt x="0" y="324321"/>
                  </a:lnTo>
                  <a:lnTo>
                    <a:pt x="1413" y="370761"/>
                  </a:lnTo>
                  <a:lnTo>
                    <a:pt x="7962" y="416471"/>
                  </a:lnTo>
                  <a:lnTo>
                    <a:pt x="19613" y="460634"/>
                  </a:lnTo>
                  <a:lnTo>
                    <a:pt x="38048" y="504081"/>
                  </a:lnTo>
                  <a:lnTo>
                    <a:pt x="62713" y="541366"/>
                  </a:lnTo>
                  <a:lnTo>
                    <a:pt x="92774" y="572576"/>
                  </a:lnTo>
                  <a:lnTo>
                    <a:pt x="127394" y="597798"/>
                  </a:lnTo>
                  <a:lnTo>
                    <a:pt x="165739" y="617121"/>
                  </a:lnTo>
                  <a:lnTo>
                    <a:pt x="206972" y="630631"/>
                  </a:lnTo>
                  <a:lnTo>
                    <a:pt x="250259" y="638416"/>
                  </a:lnTo>
                  <a:lnTo>
                    <a:pt x="294765" y="640565"/>
                  </a:lnTo>
                  <a:lnTo>
                    <a:pt x="339653" y="637164"/>
                  </a:lnTo>
                  <a:lnTo>
                    <a:pt x="382229" y="630875"/>
                  </a:lnTo>
                  <a:lnTo>
                    <a:pt x="425163" y="619941"/>
                  </a:lnTo>
                  <a:lnTo>
                    <a:pt x="467570" y="604546"/>
                  </a:lnTo>
                  <a:lnTo>
                    <a:pt x="508563" y="584875"/>
                  </a:lnTo>
                  <a:lnTo>
                    <a:pt x="547255" y="561110"/>
                  </a:lnTo>
                  <a:lnTo>
                    <a:pt x="582760" y="533436"/>
                  </a:lnTo>
                  <a:lnTo>
                    <a:pt x="614190" y="502037"/>
                  </a:lnTo>
                  <a:lnTo>
                    <a:pt x="640660" y="467096"/>
                  </a:lnTo>
                  <a:lnTo>
                    <a:pt x="661283" y="428798"/>
                  </a:lnTo>
                  <a:lnTo>
                    <a:pt x="675171" y="387326"/>
                  </a:lnTo>
                  <a:lnTo>
                    <a:pt x="681439" y="342865"/>
                  </a:lnTo>
                  <a:lnTo>
                    <a:pt x="679200" y="295597"/>
                  </a:lnTo>
                  <a:lnTo>
                    <a:pt x="667567" y="250683"/>
                  </a:lnTo>
                  <a:lnTo>
                    <a:pt x="649589" y="208397"/>
                  </a:lnTo>
                  <a:lnTo>
                    <a:pt x="625922" y="169067"/>
                  </a:lnTo>
                  <a:lnTo>
                    <a:pt x="597222" y="133018"/>
                  </a:lnTo>
                  <a:lnTo>
                    <a:pt x="564144" y="100578"/>
                  </a:lnTo>
                  <a:lnTo>
                    <a:pt x="527344" y="72073"/>
                  </a:lnTo>
                  <a:lnTo>
                    <a:pt x="487476" y="47830"/>
                  </a:lnTo>
                  <a:lnTo>
                    <a:pt x="445197" y="28174"/>
                  </a:lnTo>
                  <a:lnTo>
                    <a:pt x="401161" y="13433"/>
                  </a:lnTo>
                  <a:lnTo>
                    <a:pt x="356025" y="3932"/>
                  </a:lnTo>
                  <a:lnTo>
                    <a:pt x="310442" y="0"/>
                  </a:lnTo>
                  <a:close/>
                </a:path>
              </a:pathLst>
            </a:custGeom>
            <a:solidFill>
              <a:srgbClr val="00615E"/>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197" name="Google Shape;197;p11"/>
            <p:cNvSpPr/>
            <p:nvPr/>
          </p:nvSpPr>
          <p:spPr>
            <a:xfrm>
              <a:off x="7224119" y="3921141"/>
              <a:ext cx="415290" cy="415290"/>
            </a:xfrm>
            <a:custGeom>
              <a:rect b="b" l="l" r="r" t="t"/>
              <a:pathLst>
                <a:path extrusionOk="0" h="415289" w="415290">
                  <a:moveTo>
                    <a:pt x="213194" y="178498"/>
                  </a:moveTo>
                  <a:lnTo>
                    <a:pt x="205016" y="178498"/>
                  </a:lnTo>
                  <a:lnTo>
                    <a:pt x="201701" y="181813"/>
                  </a:lnTo>
                  <a:lnTo>
                    <a:pt x="201701" y="248145"/>
                  </a:lnTo>
                  <a:lnTo>
                    <a:pt x="144246" y="281317"/>
                  </a:lnTo>
                  <a:lnTo>
                    <a:pt x="143040" y="285851"/>
                  </a:lnTo>
                  <a:lnTo>
                    <a:pt x="146456" y="291782"/>
                  </a:lnTo>
                  <a:lnTo>
                    <a:pt x="148945" y="293103"/>
                  </a:lnTo>
                  <a:lnTo>
                    <a:pt x="152768" y="293103"/>
                  </a:lnTo>
                  <a:lnTo>
                    <a:pt x="154038" y="292785"/>
                  </a:lnTo>
                  <a:lnTo>
                    <a:pt x="209105" y="260985"/>
                  </a:lnTo>
                  <a:lnTo>
                    <a:pt x="238760" y="260985"/>
                  </a:lnTo>
                  <a:lnTo>
                    <a:pt x="216522" y="248145"/>
                  </a:lnTo>
                  <a:lnTo>
                    <a:pt x="216522" y="181813"/>
                  </a:lnTo>
                  <a:lnTo>
                    <a:pt x="213194" y="178498"/>
                  </a:lnTo>
                  <a:close/>
                </a:path>
                <a:path extrusionOk="0" h="415289" w="415290">
                  <a:moveTo>
                    <a:pt x="238760" y="260985"/>
                  </a:moveTo>
                  <a:lnTo>
                    <a:pt x="209105" y="260985"/>
                  </a:lnTo>
                  <a:lnTo>
                    <a:pt x="264185" y="292785"/>
                  </a:lnTo>
                  <a:lnTo>
                    <a:pt x="265455" y="293103"/>
                  </a:lnTo>
                  <a:lnTo>
                    <a:pt x="269278" y="293103"/>
                  </a:lnTo>
                  <a:lnTo>
                    <a:pt x="271767" y="291782"/>
                  </a:lnTo>
                  <a:lnTo>
                    <a:pt x="275183" y="285851"/>
                  </a:lnTo>
                  <a:lnTo>
                    <a:pt x="273977" y="281317"/>
                  </a:lnTo>
                  <a:lnTo>
                    <a:pt x="238760" y="260985"/>
                  </a:lnTo>
                  <a:close/>
                </a:path>
                <a:path extrusionOk="0" h="415289" w="415290">
                  <a:moveTo>
                    <a:pt x="335559" y="262699"/>
                  </a:moveTo>
                  <a:lnTo>
                    <a:pt x="321989" y="265575"/>
                  </a:lnTo>
                  <a:lnTo>
                    <a:pt x="310908" y="273418"/>
                  </a:lnTo>
                  <a:lnTo>
                    <a:pt x="303437" y="285052"/>
                  </a:lnTo>
                  <a:lnTo>
                    <a:pt x="300697" y="299300"/>
                  </a:lnTo>
                  <a:lnTo>
                    <a:pt x="303437" y="313551"/>
                  </a:lnTo>
                  <a:lnTo>
                    <a:pt x="310908" y="325189"/>
                  </a:lnTo>
                  <a:lnTo>
                    <a:pt x="321989" y="333037"/>
                  </a:lnTo>
                  <a:lnTo>
                    <a:pt x="335559" y="335915"/>
                  </a:lnTo>
                  <a:lnTo>
                    <a:pt x="349136" y="333037"/>
                  </a:lnTo>
                  <a:lnTo>
                    <a:pt x="360221" y="325189"/>
                  </a:lnTo>
                  <a:lnTo>
                    <a:pt x="367693" y="313551"/>
                  </a:lnTo>
                  <a:lnTo>
                    <a:pt x="370433" y="299300"/>
                  </a:lnTo>
                  <a:lnTo>
                    <a:pt x="367693" y="285052"/>
                  </a:lnTo>
                  <a:lnTo>
                    <a:pt x="360221" y="273418"/>
                  </a:lnTo>
                  <a:lnTo>
                    <a:pt x="349136" y="265575"/>
                  </a:lnTo>
                  <a:lnTo>
                    <a:pt x="335559" y="262699"/>
                  </a:lnTo>
                  <a:close/>
                </a:path>
                <a:path extrusionOk="0" h="415289" w="415290">
                  <a:moveTo>
                    <a:pt x="335559" y="348119"/>
                  </a:moveTo>
                  <a:lnTo>
                    <a:pt x="290221" y="353199"/>
                  </a:lnTo>
                  <a:lnTo>
                    <a:pt x="266638" y="365404"/>
                  </a:lnTo>
                  <a:lnTo>
                    <a:pt x="257687" y="380180"/>
                  </a:lnTo>
                  <a:lnTo>
                    <a:pt x="256247" y="392976"/>
                  </a:lnTo>
                  <a:lnTo>
                    <a:pt x="262628" y="404419"/>
                  </a:lnTo>
                  <a:lnTo>
                    <a:pt x="279949" y="411183"/>
                  </a:lnTo>
                  <a:lnTo>
                    <a:pt x="305246" y="414405"/>
                  </a:lnTo>
                  <a:lnTo>
                    <a:pt x="335559" y="415226"/>
                  </a:lnTo>
                  <a:lnTo>
                    <a:pt x="365877" y="414405"/>
                  </a:lnTo>
                  <a:lnTo>
                    <a:pt x="391175" y="411183"/>
                  </a:lnTo>
                  <a:lnTo>
                    <a:pt x="408497" y="404419"/>
                  </a:lnTo>
                  <a:lnTo>
                    <a:pt x="414883" y="392976"/>
                  </a:lnTo>
                  <a:lnTo>
                    <a:pt x="413442" y="380180"/>
                  </a:lnTo>
                  <a:lnTo>
                    <a:pt x="404487" y="365404"/>
                  </a:lnTo>
                  <a:lnTo>
                    <a:pt x="380898" y="353199"/>
                  </a:lnTo>
                  <a:lnTo>
                    <a:pt x="335559" y="348119"/>
                  </a:lnTo>
                  <a:close/>
                </a:path>
                <a:path extrusionOk="0" h="415289" w="415290">
                  <a:moveTo>
                    <a:pt x="207365" y="0"/>
                  </a:moveTo>
                  <a:lnTo>
                    <a:pt x="193788" y="2877"/>
                  </a:lnTo>
                  <a:lnTo>
                    <a:pt x="182703" y="10725"/>
                  </a:lnTo>
                  <a:lnTo>
                    <a:pt x="175231" y="22363"/>
                  </a:lnTo>
                  <a:lnTo>
                    <a:pt x="172491" y="36614"/>
                  </a:lnTo>
                  <a:lnTo>
                    <a:pt x="175231" y="50862"/>
                  </a:lnTo>
                  <a:lnTo>
                    <a:pt x="182703" y="62496"/>
                  </a:lnTo>
                  <a:lnTo>
                    <a:pt x="193788" y="70339"/>
                  </a:lnTo>
                  <a:lnTo>
                    <a:pt x="207365" y="73215"/>
                  </a:lnTo>
                  <a:lnTo>
                    <a:pt x="220935" y="70339"/>
                  </a:lnTo>
                  <a:lnTo>
                    <a:pt x="232016" y="62496"/>
                  </a:lnTo>
                  <a:lnTo>
                    <a:pt x="239487" y="50862"/>
                  </a:lnTo>
                  <a:lnTo>
                    <a:pt x="242227" y="36614"/>
                  </a:lnTo>
                  <a:lnTo>
                    <a:pt x="239487" y="22363"/>
                  </a:lnTo>
                  <a:lnTo>
                    <a:pt x="232016" y="10725"/>
                  </a:lnTo>
                  <a:lnTo>
                    <a:pt x="220935" y="2877"/>
                  </a:lnTo>
                  <a:lnTo>
                    <a:pt x="207365" y="0"/>
                  </a:lnTo>
                  <a:close/>
                </a:path>
                <a:path extrusionOk="0" h="415289" w="415290">
                  <a:moveTo>
                    <a:pt x="207365" y="85420"/>
                  </a:moveTo>
                  <a:lnTo>
                    <a:pt x="162026" y="90500"/>
                  </a:lnTo>
                  <a:lnTo>
                    <a:pt x="138437" y="102706"/>
                  </a:lnTo>
                  <a:lnTo>
                    <a:pt x="129482" y="117486"/>
                  </a:lnTo>
                  <a:lnTo>
                    <a:pt x="128041" y="130289"/>
                  </a:lnTo>
                  <a:lnTo>
                    <a:pt x="134427" y="141725"/>
                  </a:lnTo>
                  <a:lnTo>
                    <a:pt x="151749" y="148485"/>
                  </a:lnTo>
                  <a:lnTo>
                    <a:pt x="177047" y="151706"/>
                  </a:lnTo>
                  <a:lnTo>
                    <a:pt x="207365" y="152527"/>
                  </a:lnTo>
                  <a:lnTo>
                    <a:pt x="237678" y="151706"/>
                  </a:lnTo>
                  <a:lnTo>
                    <a:pt x="262975" y="148485"/>
                  </a:lnTo>
                  <a:lnTo>
                    <a:pt x="280296" y="141725"/>
                  </a:lnTo>
                  <a:lnTo>
                    <a:pt x="286677" y="130289"/>
                  </a:lnTo>
                  <a:lnTo>
                    <a:pt x="285236" y="117486"/>
                  </a:lnTo>
                  <a:lnTo>
                    <a:pt x="276282" y="102706"/>
                  </a:lnTo>
                  <a:lnTo>
                    <a:pt x="252697" y="90500"/>
                  </a:lnTo>
                  <a:lnTo>
                    <a:pt x="207365" y="85420"/>
                  </a:lnTo>
                  <a:close/>
                </a:path>
                <a:path extrusionOk="0" h="415289" w="415290">
                  <a:moveTo>
                    <a:pt x="79311" y="262699"/>
                  </a:moveTo>
                  <a:lnTo>
                    <a:pt x="65739" y="265575"/>
                  </a:lnTo>
                  <a:lnTo>
                    <a:pt x="54654" y="273418"/>
                  </a:lnTo>
                  <a:lnTo>
                    <a:pt x="47178" y="285052"/>
                  </a:lnTo>
                  <a:lnTo>
                    <a:pt x="44437" y="299300"/>
                  </a:lnTo>
                  <a:lnTo>
                    <a:pt x="47178" y="313551"/>
                  </a:lnTo>
                  <a:lnTo>
                    <a:pt x="54654" y="325189"/>
                  </a:lnTo>
                  <a:lnTo>
                    <a:pt x="65739" y="333037"/>
                  </a:lnTo>
                  <a:lnTo>
                    <a:pt x="79311" y="335915"/>
                  </a:lnTo>
                  <a:lnTo>
                    <a:pt x="92888" y="333037"/>
                  </a:lnTo>
                  <a:lnTo>
                    <a:pt x="103973" y="325189"/>
                  </a:lnTo>
                  <a:lnTo>
                    <a:pt x="111445" y="313551"/>
                  </a:lnTo>
                  <a:lnTo>
                    <a:pt x="114185" y="299300"/>
                  </a:lnTo>
                  <a:lnTo>
                    <a:pt x="111445" y="285052"/>
                  </a:lnTo>
                  <a:lnTo>
                    <a:pt x="103973" y="273418"/>
                  </a:lnTo>
                  <a:lnTo>
                    <a:pt x="92888" y="265575"/>
                  </a:lnTo>
                  <a:lnTo>
                    <a:pt x="79311" y="262699"/>
                  </a:lnTo>
                  <a:close/>
                </a:path>
                <a:path extrusionOk="0" h="415289" w="415290">
                  <a:moveTo>
                    <a:pt x="79311" y="348119"/>
                  </a:moveTo>
                  <a:lnTo>
                    <a:pt x="33973" y="353199"/>
                  </a:lnTo>
                  <a:lnTo>
                    <a:pt x="10390" y="365404"/>
                  </a:lnTo>
                  <a:lnTo>
                    <a:pt x="1439" y="380180"/>
                  </a:lnTo>
                  <a:lnTo>
                    <a:pt x="0" y="392976"/>
                  </a:lnTo>
                  <a:lnTo>
                    <a:pt x="6380" y="404419"/>
                  </a:lnTo>
                  <a:lnTo>
                    <a:pt x="23701" y="411183"/>
                  </a:lnTo>
                  <a:lnTo>
                    <a:pt x="48998" y="414405"/>
                  </a:lnTo>
                  <a:lnTo>
                    <a:pt x="79311" y="415226"/>
                  </a:lnTo>
                  <a:lnTo>
                    <a:pt x="109629" y="414405"/>
                  </a:lnTo>
                  <a:lnTo>
                    <a:pt x="134926" y="411183"/>
                  </a:lnTo>
                  <a:lnTo>
                    <a:pt x="152243" y="404419"/>
                  </a:lnTo>
                  <a:lnTo>
                    <a:pt x="158622" y="392976"/>
                  </a:lnTo>
                  <a:lnTo>
                    <a:pt x="157189" y="380180"/>
                  </a:lnTo>
                  <a:lnTo>
                    <a:pt x="148237" y="365404"/>
                  </a:lnTo>
                  <a:lnTo>
                    <a:pt x="124650" y="353199"/>
                  </a:lnTo>
                  <a:lnTo>
                    <a:pt x="79311" y="348119"/>
                  </a:lnTo>
                  <a:close/>
                </a:path>
              </a:pathLst>
            </a:custGeom>
            <a:solidFill>
              <a:srgbClr val="FFFFFF"/>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grpSp>
      <p:pic>
        <p:nvPicPr>
          <p:cNvPr id="198" name="Google Shape;198;p11"/>
          <p:cNvPicPr preferRelativeResize="0"/>
          <p:nvPr/>
        </p:nvPicPr>
        <p:blipFill rotWithShape="1">
          <a:blip r:embed="rId7">
            <a:alphaModFix/>
          </a:blip>
          <a:srcRect b="0" l="0" r="0" t="0"/>
          <a:stretch/>
        </p:blipFill>
        <p:spPr>
          <a:xfrm>
            <a:off x="1872897" y="725472"/>
            <a:ext cx="6857999" cy="6837378"/>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47D985"/>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2025-10-03T16:18:15Z</dcterms:created>
  <dc:creator>UG</dc:creator>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2024-07-01T00:00:00Z</vt:filetime>
  </property>
  <property fmtid="{D5CDD505-2E9C-101B-9397-08002B2CF9AE}" pid="3" name="Creator">
    <vt:lpwstr>Adobe InDesign 19.4 (Macintosh)</vt:lpwstr>
  </property>
  <property fmtid="{D5CDD505-2E9C-101B-9397-08002B2CF9AE}" pid="4" name="LastSaved">
    <vt:filetime>2025-10-03T00:00:00Z</vt:filetime>
  </property>
  <property fmtid="{D5CDD505-2E9C-101B-9397-08002B2CF9AE}" pid="5" name="Producer">
    <vt:lpwstr>Adobe PDF Library 17.0</vt:lpwstr>
  </property>
</Properties>
</file>